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0" r:id="rId4"/>
  </p:sldMasterIdLst>
  <p:notesMasterIdLst>
    <p:notesMasterId r:id="rId17"/>
  </p:notesMasterIdLst>
  <p:handoutMasterIdLst>
    <p:handoutMasterId r:id="rId18"/>
  </p:handoutMasterIdLst>
  <p:sldIdLst>
    <p:sldId id="256" r:id="rId16"/>
    <p:sldId id="257" r:id="rId15"/>
    <p:sldId id="258" r:id="rId14"/>
    <p:sldId id="259" r:id="rId13"/>
    <p:sldId id="260" r:id="rId12"/>
    <p:sldId id="261" r:id="rId11"/>
  </p:sldIdLst>
  <p:sldSz cx="12192000" cy="6858000"/>
  <p:notesSz cx="6858000" cy="9144000"/>
  <p:custDataLst>
    <p:tags r:id="rId1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D8B875EA-0A3E-477F-B915-33A845994DFE}">
          <p14:sldIdLst>
            <p14:sldId id="955"/>
            <p14:sldId id="1024"/>
            <p14:sldId id="1023"/>
            <p14:sldId id="994"/>
            <p14:sldId id="1027"/>
            <p14:sldId id="1028"/>
            <p14:sldId id="1021"/>
            <p14:sldId id="1025"/>
            <p14:sldId id="1026"/>
            <p14:sldId id="1011"/>
            <p14:sldId id="1020"/>
            <p14:sldId id="99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EE33AE-2A3D-EAF6-FE5A-73D35F693074}" name="Stepanenko, Olha (VWIF G-BS)" initials="SG" userId="S::olha.stepanenko@volkswagen-infotainment.com::d58e1253-9126-46f1-817a-e8f394d553c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labica, Kamil (VWIF G-K/O)" initials="GK(G" lastIdx="3" clrIdx="0">
    <p:extLst>
      <p:ext uri="{19B8F6BF-5375-455C-9EA6-DF929625EA0E}">
        <p15:presenceInfo xmlns:p15="http://schemas.microsoft.com/office/powerpoint/2012/main" userId="S-1-5-21-8915387-466359577-720635935-227078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54A"/>
    <a:srgbClr val="F7BBBC"/>
    <a:srgbClr val="FEEAA0"/>
    <a:srgbClr val="D6BBEB"/>
    <a:srgbClr val="93FFC4"/>
    <a:srgbClr val="008A3E"/>
    <a:srgbClr val="B1B8BB"/>
    <a:srgbClr val="C2C2C2"/>
    <a:srgbClr val="1F262E"/>
    <a:srgbClr val="E6EF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88DB9D-EB7F-40CC-A4C3-AC1C6A7D58A4}" v="272" dt="2026-10-15T07:37:18.236"/>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Helle Formatvorlage 3 - Akz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Helle Formatvorlage 2 - Akz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2838BEF-8BB2-4498-84A7-C5851F593DF1}" styleName="Mittlere Formatvorlage 4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75666" autoAdjust="0"/>
  </p:normalViewPr>
  <p:slideViewPr>
    <p:cSldViewPr snapToGrid="0">
      <p:cViewPr varScale="1">
        <p:scale>
          <a:sx n="84" d="100"/>
          <a:sy n="84" d="100"/>
        </p:scale>
        <p:origin x="1794" y="78"/>
      </p:cViewPr>
      <p:guideLst/>
    </p:cSldViewPr>
  </p:slideViewPr>
  <p:notesTextViewPr>
    <p:cViewPr>
      <p:scale>
        <a:sx n="66" d="100"/>
        <a:sy n="66" d="100"/>
      </p:scale>
      <p:origin x="0" y="0"/>
    </p:cViewPr>
  </p:notesTextViewPr>
  <p:sorterViewPr>
    <p:cViewPr varScale="1">
      <p:scale>
        <a:sx n="1" d="1"/>
        <a:sy n="1" d="1"/>
      </p:scale>
      <p:origin x="0" y="-139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6.xml"/><Relationship Id="rId12" Type="http://schemas.openxmlformats.org/officeDocument/2006/relationships/slide" Target="slides/slide5.xml"/><Relationship Id="rId13" Type="http://schemas.openxmlformats.org/officeDocument/2006/relationships/slide" Target="slides/slide4.xml"/><Relationship Id="rId14" Type="http://schemas.openxmlformats.org/officeDocument/2006/relationships/slide" Target="slides/slide3.xml"/><Relationship Id="rId15" Type="http://schemas.openxmlformats.org/officeDocument/2006/relationships/slide" Target="slides/slide2.xml"/><Relationship Id="rId16" Type="http://schemas.openxmlformats.org/officeDocument/2006/relationships/slide" Target="slides/slide1.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tags" Target="tags/tag1.xml"/><Relationship Id="rId20" Type="http://schemas.openxmlformats.org/officeDocument/2006/relationships/commentAuthors" Target="commentAuthor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6/11/relationships/changesInfo" Target="changesInfos/changesInfo1.xml"/><Relationship Id="rId26" Type="http://schemas.microsoft.com/office/2015/10/relationships/revisionInfo" Target="revisionInfo.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ndogan, Tanja (VWIF G-BS)" userId="ed69c3b3-1475-4ef3-915a-6cdc51bdc0ae" providerId="ADAL" clId="{C417942A-FB9C-45B6-84A6-B72D2E548A80}"/>
    <pc:docChg chg="undo custSel modSld sldOrd delSection">
      <pc:chgData name="Guendogan, Tanja (VWIF G-BS)" userId="ed69c3b3-1475-4ef3-915a-6cdc51bdc0ae" providerId="ADAL" clId="{C417942A-FB9C-45B6-84A6-B72D2E548A80}" dt="2026-10-08T14:41:21.668" v="447" actId="20577"/>
      <pc:docMkLst>
        <pc:docMk/>
      </pc:docMkLst>
      <pc:sldChg chg="ord">
        <pc:chgData name="Guendogan, Tanja (VWIF G-BS)" userId="ed69c3b3-1475-4ef3-915a-6cdc51bdc0ae" providerId="ADAL" clId="{C417942A-FB9C-45B6-84A6-B72D2E548A80}" dt="2026-10-08T13:34:50.316" v="253"/>
        <pc:sldMkLst>
          <pc:docMk/>
          <pc:sldMk cId="107094693" sldId="992"/>
        </pc:sldMkLst>
      </pc:sldChg>
      <pc:sldChg chg="modSp mod">
        <pc:chgData name="Guendogan, Tanja (VWIF G-BS)" userId="ed69c3b3-1475-4ef3-915a-6cdc51bdc0ae" providerId="ADAL" clId="{C417942A-FB9C-45B6-84A6-B72D2E548A80}" dt="2026-10-07T12:58:21.383" v="200" actId="14734"/>
        <pc:sldMkLst>
          <pc:docMk/>
          <pc:sldMk cId="68644457" sldId="994"/>
        </pc:sldMkLst>
        <pc:graphicFrameChg chg="mod modGraphic">
          <ac:chgData name="Guendogan, Tanja (VWIF G-BS)" userId="ed69c3b3-1475-4ef3-915a-6cdc51bdc0ae" providerId="ADAL" clId="{C417942A-FB9C-45B6-84A6-B72D2E548A80}" dt="2026-10-07T12:58:21.383" v="200" actId="14734"/>
          <ac:graphicFrameMkLst>
            <pc:docMk/>
            <pc:sldMk cId="68644457" sldId="994"/>
            <ac:graphicFrameMk id="6" creationId="{038E8C49-8529-2457-74D7-EC08E97AD581}"/>
          </ac:graphicFrameMkLst>
        </pc:graphicFrameChg>
      </pc:sldChg>
      <pc:sldChg chg="modSp mod">
        <pc:chgData name="Guendogan, Tanja (VWIF G-BS)" userId="ed69c3b3-1475-4ef3-915a-6cdc51bdc0ae" providerId="ADAL" clId="{C417942A-FB9C-45B6-84A6-B72D2E548A80}" dt="2026-10-07T12:54:38.488" v="185" actId="20577"/>
        <pc:sldMkLst>
          <pc:docMk/>
          <pc:sldMk cId="268242869" sldId="1011"/>
        </pc:sldMkLst>
        <pc:graphicFrameChg chg="modGraphic">
          <ac:chgData name="Guendogan, Tanja (VWIF G-BS)" userId="ed69c3b3-1475-4ef3-915a-6cdc51bdc0ae" providerId="ADAL" clId="{C417942A-FB9C-45B6-84A6-B72D2E548A80}" dt="2026-10-07T12:54:38.488" v="185" actId="20577"/>
          <ac:graphicFrameMkLst>
            <pc:docMk/>
            <pc:sldMk cId="268242869" sldId="1011"/>
            <ac:graphicFrameMk id="6" creationId="{6BC5FDFC-60B3-0A3D-215D-3FA2DE646D07}"/>
          </ac:graphicFrameMkLst>
        </pc:graphicFrameChg>
      </pc:sldChg>
      <pc:sldChg chg="modSp mod">
        <pc:chgData name="Guendogan, Tanja (VWIF G-BS)" userId="ed69c3b3-1475-4ef3-915a-6cdc51bdc0ae" providerId="ADAL" clId="{C417942A-FB9C-45B6-84A6-B72D2E548A80}" dt="2026-10-08T14:41:21.668" v="447" actId="20577"/>
        <pc:sldMkLst>
          <pc:docMk/>
          <pc:sldMk cId="2553072234" sldId="1020"/>
        </pc:sldMkLst>
        <pc:graphicFrameChg chg="modGraphic">
          <ac:chgData name="Guendogan, Tanja (VWIF G-BS)" userId="ed69c3b3-1475-4ef3-915a-6cdc51bdc0ae" providerId="ADAL" clId="{C417942A-FB9C-45B6-84A6-B72D2E548A80}" dt="2026-10-08T14:41:21.668" v="447" actId="20577"/>
          <ac:graphicFrameMkLst>
            <pc:docMk/>
            <pc:sldMk cId="2553072234" sldId="1020"/>
            <ac:graphicFrameMk id="6" creationId="{611CB536-C741-AB83-D473-9FAE98D29AE6}"/>
          </ac:graphicFrameMkLst>
        </pc:graphicFrameChg>
      </pc:sldChg>
      <pc:sldChg chg="modSp mod">
        <pc:chgData name="Guendogan, Tanja (VWIF G-BS)" userId="ed69c3b3-1475-4ef3-915a-6cdc51bdc0ae" providerId="ADAL" clId="{C417942A-FB9C-45B6-84A6-B72D2E548A80}" dt="2026-10-07T12:59:29.232" v="241" actId="403"/>
        <pc:sldMkLst>
          <pc:docMk/>
          <pc:sldMk cId="1753031956" sldId="1021"/>
        </pc:sldMkLst>
        <pc:spChg chg="mod">
          <ac:chgData name="Guendogan, Tanja (VWIF G-BS)" userId="ed69c3b3-1475-4ef3-915a-6cdc51bdc0ae" providerId="ADAL" clId="{C417942A-FB9C-45B6-84A6-B72D2E548A80}" dt="2026-10-07T12:39:22.642" v="57" actId="20577"/>
          <ac:spMkLst>
            <pc:docMk/>
            <pc:sldMk cId="1753031956" sldId="1021"/>
            <ac:spMk id="4" creationId="{054E84D5-E8AB-7F4E-65DC-EE8ADCB726F5}"/>
          </ac:spMkLst>
        </pc:spChg>
      </pc:sldChg>
      <pc:sldChg chg="modSp mod">
        <pc:chgData name="Guendogan, Tanja (VWIF G-BS)" userId="ed69c3b3-1475-4ef3-915a-6cdc51bdc0ae" providerId="ADAL" clId="{C417942A-FB9C-45B6-84A6-B72D2E548A80}" dt="2026-10-08T14:40:45.925" v="415" actId="14734"/>
        <pc:sldMkLst>
          <pc:docMk/>
          <pc:sldMk cId="667594334" sldId="1024"/>
        </pc:sldMkLst>
        <pc:graphicFrameChg chg="modGraphic">
          <ac:chgData name="Guendogan, Tanja (VWIF G-BS)" userId="ed69c3b3-1475-4ef3-915a-6cdc51bdc0ae" providerId="ADAL" clId="{C417942A-FB9C-45B6-84A6-B72D2E548A80}" dt="2026-10-08T14:40:45.925" v="415" actId="14734"/>
          <ac:graphicFrameMkLst>
            <pc:docMk/>
            <pc:sldMk cId="667594334" sldId="1024"/>
            <ac:graphicFrameMk id="6" creationId="{611CB536-C741-AB83-D473-9FAE98D29AE6}"/>
          </ac:graphicFrameMkLst>
        </pc:graphicFrameChg>
      </pc:sldChg>
    </pc:docChg>
  </pc:docChgLst>
  <pc:docChgLst>
    <pc:chgData name="Feller, Justine Anna (VWIF G-BS)" userId="1177e5be-eade-4121-bef9-b1748a7b9535" providerId="ADAL" clId="{0F106A63-9C92-4F61-A7BA-48B75E424BDE}"/>
    <pc:docChg chg="undo custSel addSld delSld modSld sldOrd modSection">
      <pc:chgData name="Feller, Justine Anna (VWIF G-BS)" userId="1177e5be-eade-4121-bef9-b1748a7b9535" providerId="ADAL" clId="{0F106A63-9C92-4F61-A7BA-48B75E424BDE}" dt="2026-10-15T08:02:34.147" v="5248" actId="20577"/>
      <pc:docMkLst>
        <pc:docMk/>
      </pc:docMkLst>
      <pc:sldChg chg="addSp modSp mod modNotesTx">
        <pc:chgData name="Feller, Justine Anna (VWIF G-BS)" userId="1177e5be-eade-4121-bef9-b1748a7b9535" providerId="ADAL" clId="{0F106A63-9C92-4F61-A7BA-48B75E424BDE}" dt="2026-10-15T07:00:10.412" v="4725" actId="20577"/>
        <pc:sldMkLst>
          <pc:docMk/>
          <pc:sldMk cId="68644457" sldId="994"/>
        </pc:sldMkLst>
        <pc:spChg chg="add mod">
          <ac:chgData name="Feller, Justine Anna (VWIF G-BS)" userId="1177e5be-eade-4121-bef9-b1748a7b9535" providerId="ADAL" clId="{0F106A63-9C92-4F61-A7BA-48B75E424BDE}" dt="2026-10-15T07:00:10.412" v="4725" actId="20577"/>
          <ac:spMkLst>
            <pc:docMk/>
            <pc:sldMk cId="68644457" sldId="994"/>
            <ac:spMk id="8" creationId="{F74F69EA-B7D7-4C41-7E72-FBA6D912ACF8}"/>
          </ac:spMkLst>
        </pc:spChg>
        <pc:graphicFrameChg chg="modGraphic">
          <ac:chgData name="Feller, Justine Anna (VWIF G-BS)" userId="1177e5be-eade-4121-bef9-b1748a7b9535" providerId="ADAL" clId="{0F106A63-9C92-4F61-A7BA-48B75E424BDE}" dt="2026-10-15T06:59:26.027" v="4669" actId="20577"/>
          <ac:graphicFrameMkLst>
            <pc:docMk/>
            <pc:sldMk cId="68644457" sldId="994"/>
            <ac:graphicFrameMk id="6" creationId="{038E8C49-8529-2457-74D7-EC08E97AD581}"/>
          </ac:graphicFrameMkLst>
        </pc:graphicFrameChg>
      </pc:sldChg>
      <pc:sldChg chg="addSp delSp modSp mod ord">
        <pc:chgData name="Feller, Justine Anna (VWIF G-BS)" userId="1177e5be-eade-4121-bef9-b1748a7b9535" providerId="ADAL" clId="{0F106A63-9C92-4F61-A7BA-48B75E424BDE}" dt="2026-10-14T19:29:31.965" v="4235"/>
        <pc:sldMkLst>
          <pc:docMk/>
          <pc:sldMk cId="1753031956" sldId="1021"/>
        </pc:sldMkLst>
        <pc:spChg chg="add mod">
          <ac:chgData name="Feller, Justine Anna (VWIF G-BS)" userId="1177e5be-eade-4121-bef9-b1748a7b9535" providerId="ADAL" clId="{0F106A63-9C92-4F61-A7BA-48B75E424BDE}" dt="2026-10-09T06:23:55.394" v="113" actId="1076"/>
          <ac:spMkLst>
            <pc:docMk/>
            <pc:sldMk cId="1753031956" sldId="1021"/>
            <ac:spMk id="14" creationId="{FE5017D1-1774-B5CE-57C2-83983D55E1F3}"/>
          </ac:spMkLst>
        </pc:spChg>
        <pc:picChg chg="add mod">
          <ac:chgData name="Feller, Justine Anna (VWIF G-BS)" userId="1177e5be-eade-4121-bef9-b1748a7b9535" providerId="ADAL" clId="{0F106A63-9C92-4F61-A7BA-48B75E424BDE}" dt="2026-10-09T06:22:34.603" v="110" actId="14100"/>
          <ac:picMkLst>
            <pc:docMk/>
            <pc:sldMk cId="1753031956" sldId="1021"/>
            <ac:picMk id="12" creationId="{CB578578-9C92-0702-9DC0-110CD8878FCA}"/>
          </ac:picMkLst>
        </pc:picChg>
      </pc:sldChg>
      <pc:sldChg chg="modSp add mod modNotesTx">
        <pc:chgData name="Feller, Justine Anna (VWIF G-BS)" userId="1177e5be-eade-4121-bef9-b1748a7b9535" providerId="ADAL" clId="{0F106A63-9C92-4F61-A7BA-48B75E424BDE}" dt="2026-10-15T06:54:28.691" v="4489" actId="20577"/>
        <pc:sldMkLst>
          <pc:docMk/>
          <pc:sldMk cId="667594334" sldId="1024"/>
        </pc:sldMkLst>
        <pc:graphicFrameChg chg="modGraphic">
          <ac:chgData name="Feller, Justine Anna (VWIF G-BS)" userId="1177e5be-eade-4121-bef9-b1748a7b9535" providerId="ADAL" clId="{0F106A63-9C92-4F61-A7BA-48B75E424BDE}" dt="2026-10-08T14:35:41.190" v="13" actId="20577"/>
          <ac:graphicFrameMkLst>
            <pc:docMk/>
            <pc:sldMk cId="667594334" sldId="1024"/>
            <ac:graphicFrameMk id="6" creationId="{611CB536-C741-AB83-D473-9FAE98D29AE6}"/>
          </ac:graphicFrameMkLst>
        </pc:graphicFrameChg>
      </pc:sldChg>
      <pc:sldChg chg="addSp delSp modSp add mod ord modNotesTx">
        <pc:chgData name="Feller, Justine Anna (VWIF G-BS)" userId="1177e5be-eade-4121-bef9-b1748a7b9535" providerId="ADAL" clId="{0F106A63-9C92-4F61-A7BA-48B75E424BDE}" dt="2026-10-15T08:02:34.147" v="5248" actId="20577"/>
        <pc:sldMkLst>
          <pc:docMk/>
          <pc:sldMk cId="3603172755" sldId="1025"/>
        </pc:sldMkLst>
        <pc:spChg chg="mod">
          <ac:chgData name="Feller, Justine Anna (VWIF G-BS)" userId="1177e5be-eade-4121-bef9-b1748a7b9535" providerId="ADAL" clId="{0F106A63-9C92-4F61-A7BA-48B75E424BDE}" dt="2026-10-14T18:25:29.126" v="169" actId="20577"/>
          <ac:spMkLst>
            <pc:docMk/>
            <pc:sldMk cId="3603172755" sldId="1025"/>
            <ac:spMk id="4" creationId="{53E9BB3E-60BC-BEBC-9BA7-7D79C5EC8C53}"/>
          </ac:spMkLst>
        </pc:spChg>
        <pc:spChg chg="mod">
          <ac:chgData name="Feller, Justine Anna (VWIF G-BS)" userId="1177e5be-eade-4121-bef9-b1748a7b9535" providerId="ADAL" clId="{0F106A63-9C92-4F61-A7BA-48B75E424BDE}" dt="2026-10-14T18:39:07.277" v="708" actId="1076"/>
          <ac:spMkLst>
            <pc:docMk/>
            <pc:sldMk cId="3603172755" sldId="1025"/>
            <ac:spMk id="14" creationId="{8109622C-D086-8E67-02FE-88057AC618E2}"/>
          </ac:spMkLst>
        </pc:spChg>
        <pc:graphicFrameChg chg="add mod modGraphic">
          <ac:chgData name="Feller, Justine Anna (VWIF G-BS)" userId="1177e5be-eade-4121-bef9-b1748a7b9535" providerId="ADAL" clId="{0F106A63-9C92-4F61-A7BA-48B75E424BDE}" dt="2026-10-15T07:25:25.651" v="5151" actId="14100"/>
          <ac:graphicFrameMkLst>
            <pc:docMk/>
            <pc:sldMk cId="3603172755" sldId="1025"/>
            <ac:graphicFrameMk id="6" creationId="{6EB55F25-5697-8EEB-53A4-E35C798A5439}"/>
          </ac:graphicFrameMkLst>
        </pc:graphicFrameChg>
        <pc:picChg chg="del">
          <ac:chgData name="Feller, Justine Anna (VWIF G-BS)" userId="1177e5be-eade-4121-bef9-b1748a7b9535" providerId="ADAL" clId="{0F106A63-9C92-4F61-A7BA-48B75E424BDE}" dt="2026-10-14T18:24:30.630" v="117" actId="478"/>
          <ac:picMkLst>
            <pc:docMk/>
            <pc:sldMk cId="3603172755" sldId="1025"/>
            <ac:picMk id="12" creationId="{A7A12ED7-4FF6-7224-F15C-C4765B0C2BB8}"/>
          </ac:picMkLst>
        </pc:picChg>
      </pc:sldChg>
      <pc:sldChg chg="addSp delSp modSp add mod ord modNotesTx">
        <pc:chgData name="Feller, Justine Anna (VWIF G-BS)" userId="1177e5be-eade-4121-bef9-b1748a7b9535" providerId="ADAL" clId="{0F106A63-9C92-4F61-A7BA-48B75E424BDE}" dt="2026-10-14T19:30:42.865" v="4251" actId="20577"/>
        <pc:sldMkLst>
          <pc:docMk/>
          <pc:sldMk cId="1511197177" sldId="1026"/>
        </pc:sldMkLst>
        <pc:spChg chg="mod">
          <ac:chgData name="Feller, Justine Anna (VWIF G-BS)" userId="1177e5be-eade-4121-bef9-b1748a7b9535" providerId="ADAL" clId="{0F106A63-9C92-4F61-A7BA-48B75E424BDE}" dt="2026-10-14T18:56:36.560" v="1883" actId="20577"/>
          <ac:spMkLst>
            <pc:docMk/>
            <pc:sldMk cId="1511197177" sldId="1026"/>
            <ac:spMk id="4" creationId="{79EC982B-FBB1-4E79-8BF3-817F1EE28CE7}"/>
          </ac:spMkLst>
        </pc:spChg>
        <pc:spChg chg="add mod ord">
          <ac:chgData name="Feller, Justine Anna (VWIF G-BS)" userId="1177e5be-eade-4121-bef9-b1748a7b9535" providerId="ADAL" clId="{0F106A63-9C92-4F61-A7BA-48B75E424BDE}" dt="2026-10-14T18:57:04.155" v="1889" actId="122"/>
          <ac:spMkLst>
            <pc:docMk/>
            <pc:sldMk cId="1511197177" sldId="1026"/>
            <ac:spMk id="8" creationId="{52FB7123-4B1D-E19A-D9B7-4CFA05208994}"/>
          </ac:spMkLst>
        </pc:spChg>
        <pc:spChg chg="del">
          <ac:chgData name="Feller, Justine Anna (VWIF G-BS)" userId="1177e5be-eade-4121-bef9-b1748a7b9535" providerId="ADAL" clId="{0F106A63-9C92-4F61-A7BA-48B75E424BDE}" dt="2026-10-14T18:42:32.016" v="716" actId="478"/>
          <ac:spMkLst>
            <pc:docMk/>
            <pc:sldMk cId="1511197177" sldId="1026"/>
            <ac:spMk id="14" creationId="{C85DA994-10AA-1E88-C177-1F92439DE959}"/>
          </ac:spMkLst>
        </pc:spChg>
        <pc:graphicFrameChg chg="del">
          <ac:chgData name="Feller, Justine Anna (VWIF G-BS)" userId="1177e5be-eade-4121-bef9-b1748a7b9535" providerId="ADAL" clId="{0F106A63-9C92-4F61-A7BA-48B75E424BDE}" dt="2026-10-14T18:42:21.889" v="713" actId="478"/>
          <ac:graphicFrameMkLst>
            <pc:docMk/>
            <pc:sldMk cId="1511197177" sldId="1026"/>
            <ac:graphicFrameMk id="6" creationId="{CFB21506-7D94-5A85-F245-80B1C8BBF636}"/>
          </ac:graphicFrameMkLst>
        </pc:graphicFrameChg>
        <pc:graphicFrameChg chg="add mod modGraphic">
          <ac:chgData name="Feller, Justine Anna (VWIF G-BS)" userId="1177e5be-eade-4121-bef9-b1748a7b9535" providerId="ADAL" clId="{0F106A63-9C92-4F61-A7BA-48B75E424BDE}" dt="2026-10-14T19:30:42.865" v="4251" actId="20577"/>
          <ac:graphicFrameMkLst>
            <pc:docMk/>
            <pc:sldMk cId="1511197177" sldId="1026"/>
            <ac:graphicFrameMk id="9" creationId="{D789922A-1A42-D4DF-7EFC-9CE297150E21}"/>
          </ac:graphicFrameMkLst>
        </pc:graphicFrameChg>
      </pc:sldChg>
      <pc:sldChg chg="addSp delSp modSp add mod modNotesTx">
        <pc:chgData name="Feller, Justine Anna (VWIF G-BS)" userId="1177e5be-eade-4121-bef9-b1748a7b9535" providerId="ADAL" clId="{0F106A63-9C92-4F61-A7BA-48B75E424BDE}" dt="2026-10-15T07:14:45.777" v="4921" actId="20577"/>
        <pc:sldMkLst>
          <pc:docMk/>
          <pc:sldMk cId="3693221287" sldId="1027"/>
        </pc:sldMkLst>
        <pc:spChg chg="mod">
          <ac:chgData name="Feller, Justine Anna (VWIF G-BS)" userId="1177e5be-eade-4121-bef9-b1748a7b9535" providerId="ADAL" clId="{0F106A63-9C92-4F61-A7BA-48B75E424BDE}" dt="2026-10-14T19:15:10.635" v="2762" actId="6549"/>
          <ac:spMkLst>
            <pc:docMk/>
            <pc:sldMk cId="3693221287" sldId="1027"/>
            <ac:spMk id="4" creationId="{033437E4-BCF0-8C05-8603-A969F4373829}"/>
          </ac:spMkLst>
        </pc:spChg>
        <pc:spChg chg="del">
          <ac:chgData name="Feller, Justine Anna (VWIF G-BS)" userId="1177e5be-eade-4121-bef9-b1748a7b9535" providerId="ADAL" clId="{0F106A63-9C92-4F61-A7BA-48B75E424BDE}" dt="2026-10-14T19:16:08.909" v="2767" actId="478"/>
          <ac:spMkLst>
            <pc:docMk/>
            <pc:sldMk cId="3693221287" sldId="1027"/>
            <ac:spMk id="8" creationId="{CBB212EC-C1BD-E65F-8154-50F241696880}"/>
          </ac:spMkLst>
        </pc:spChg>
        <pc:spChg chg="add mod">
          <ac:chgData name="Feller, Justine Anna (VWIF G-BS)" userId="1177e5be-eade-4121-bef9-b1748a7b9535" providerId="ADAL" clId="{0F106A63-9C92-4F61-A7BA-48B75E424BDE}" dt="2026-10-15T07:14:11.097" v="4872" actId="20577"/>
          <ac:spMkLst>
            <pc:docMk/>
            <pc:sldMk cId="3693221287" sldId="1027"/>
            <ac:spMk id="10" creationId="{9A30530F-BDBD-018E-1788-F3F018796CC0}"/>
          </ac:spMkLst>
        </pc:spChg>
        <pc:graphicFrameChg chg="del">
          <ac:chgData name="Feller, Justine Anna (VWIF G-BS)" userId="1177e5be-eade-4121-bef9-b1748a7b9535" providerId="ADAL" clId="{0F106A63-9C92-4F61-A7BA-48B75E424BDE}" dt="2026-10-14T19:15:55.674" v="2763" actId="478"/>
          <ac:graphicFrameMkLst>
            <pc:docMk/>
            <pc:sldMk cId="3693221287" sldId="1027"/>
            <ac:graphicFrameMk id="6" creationId="{73C6FC36-E9D6-E298-E406-CDF65AD53332}"/>
          </ac:graphicFrameMkLst>
        </pc:graphicFrameChg>
      </pc:sldChg>
      <pc:sldChg chg="modSp add mod modNotesTx">
        <pc:chgData name="Feller, Justine Anna (VWIF G-BS)" userId="1177e5be-eade-4121-bef9-b1748a7b9535" providerId="ADAL" clId="{0F106A63-9C92-4F61-A7BA-48B75E424BDE}" dt="2026-10-15T07:13:00.279" v="4867" actId="20577"/>
        <pc:sldMkLst>
          <pc:docMk/>
          <pc:sldMk cId="2642400937" sldId="1028"/>
        </pc:sldMkLst>
        <pc:spChg chg="mod">
          <ac:chgData name="Feller, Justine Anna (VWIF G-BS)" userId="1177e5be-eade-4121-bef9-b1748a7b9535" providerId="ADAL" clId="{0F106A63-9C92-4F61-A7BA-48B75E424BDE}" dt="2026-10-14T19:26:06.941" v="3802" actId="20577"/>
          <ac:spMkLst>
            <pc:docMk/>
            <pc:sldMk cId="2642400937" sldId="1028"/>
            <ac:spMk id="4" creationId="{FBBDD9BE-8AB4-0613-237C-74DD420D86FB}"/>
          </ac:spMkLst>
        </pc:spChg>
        <pc:spChg chg="mod">
          <ac:chgData name="Feller, Justine Anna (VWIF G-BS)" userId="1177e5be-eade-4121-bef9-b1748a7b9535" providerId="ADAL" clId="{0F106A63-9C92-4F61-A7BA-48B75E424BDE}" dt="2026-10-15T07:13:00.279" v="4867" actId="20577"/>
          <ac:spMkLst>
            <pc:docMk/>
            <pc:sldMk cId="2642400937" sldId="1028"/>
            <ac:spMk id="10" creationId="{500BD523-6C97-C876-1AF8-8058C1DEE9A3}"/>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a:t>Lizenzkosten Degreed 2027 in T€ (250,31 € je Lizenz)</a:t>
            </a:r>
          </a:p>
        </c:rich>
      </c:tx>
      <c:layout/>
      <c:overlay val="0"/>
    </c:title>
    <c:autoTitleDeleted val="0"/>
    <c:plotArea>
      <c:barChart>
        <c:barDir val="col"/>
        <c:grouping val="clustered"/>
        <c:ser>
          <c:idx val="0"/>
          <c:order val="0"/>
          <c:tx>
            <c:strRef>
              <c:f>Sheet1!$B$1</c:f>
              <c:strCache>
                <c:ptCount val="1"/>
                <c:pt idx="0">
                  <c:v>T€</c:v>
                </c:pt>
              </c:strCache>
            </c:strRef>
          </c:tx>
          <c:spPr>
            <a:solidFill>
              <a:srgbClr val="006384"/>
            </a:solidFill>
          </c:spPr>
          <c:dPt>
            <c:idx val="0"/>
            <c:spPr>
              <a:solidFill>
                <a:srgbClr val="80B0C8"/>
              </a:solidFill>
            </c:spPr>
          </c:dPt>
          <c:cat>
            <c:strRef>
              <c:f>Sheet1!$A$2:$A$3</c:f>
              <c:strCache>
                <c:ptCount val="2"/>
                <c:pt idx="0">
                  <c:v>Stand heute
(378 aktiv)</c:v>
                </c:pt>
                <c:pt idx="1">
                  <c:v>Planannahme
(1.140 MA)</c:v>
                </c:pt>
              </c:strCache>
            </c:strRef>
          </c:cat>
          <c:val>
            <c:numRef>
              <c:f>Sheet1!$B$2:$B$3</c:f>
              <c:numCache>
                <c:formatCode>General</c:formatCode>
                <c:ptCount val="2"/>
                <c:pt idx="0">
                  <c:v>94.6</c:v>
                </c:pt>
                <c:pt idx="1">
                  <c:v>285.4</c:v>
                </c:pt>
              </c:numCache>
            </c:numRef>
          </c:val>
        </c:ser>
        <c:dLbls>
          <c:numFmt formatCode="0&quot; T€&quot;" sourceLinked="0"/>
          <c:txPr>
            <a:bodyPr/>
            <a:lstStyle/>
            <a:p>
              <a:pPr>
                <a:defRPr sz="1400" b="1"/>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noFill/>
          </a:ln>
        </c:spPr>
        <c:txPr>
          <a:bodyPr/>
          <a:lstStyle/>
          <a:p>
            <a:pPr>
              <a:defRPr sz="1300"/>
            </a:pPr>
          </a:p>
        </c:txPr>
        <c:crossAx val="-2113994440"/>
        <c:crosses val="autoZero"/>
        <c:auto val="1"/>
        <c:lblAlgn val="ctr"/>
        <c:lblOffset val="100"/>
        <c:noMultiLvlLbl val="0"/>
      </c:catAx>
      <c:valAx>
        <c:axId val="-2113994440"/>
        <c:scaling>
          <c:max val="33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a:t>Externe Weiterbildungskosten in T€</a:t>
            </a:r>
          </a:p>
        </c:rich>
      </c:tx>
      <c:layout/>
      <c:overlay val="0"/>
    </c:title>
    <c:autoTitleDeleted val="0"/>
    <c:plotArea>
      <c:barChart>
        <c:barDir val="bar"/>
        <c:grouping val="stacked"/>
        <c:ser>
          <c:idx val="0"/>
          <c:order val="0"/>
          <c:tx>
            <c:strRef>
              <c:f>Sheet1!$B$1</c:f>
              <c:strCache>
                <c:ptCount val="1"/>
                <c:pt idx="0">
                  <c:v>Externe Anbieter im Auszug sichtbar</c:v>
                </c:pt>
              </c:strCache>
            </c:strRef>
          </c:tx>
          <c:spPr>
            <a:solidFill>
              <a:srgbClr val="006384"/>
            </a:solidFill>
          </c:spPr>
          <c:dLbls>
            <c:numFmt formatCode="0" sourceLinked="0"/>
            <c:txPr>
              <a:bodyPr/>
              <a:lstStyle/>
              <a:p>
                <a:pPr>
                  <a:defRPr sz="1200">
                    <a:solidFill>
                      <a:srgbClr val="FFFFFF"/>
                    </a:solidFill>
                  </a:defRPr>
                </a:pPr>
              </a:p>
            </c:txPr>
            <c:dLblPos val="ctr"/>
            <c:showLegendKey val="0"/>
            <c:showVal val="1"/>
            <c:showCatName val="0"/>
            <c:showSerName val="0"/>
            <c:showPercent val="0"/>
            <c:showBubbleSize val="0"/>
            <c:showLeaderLines val="1"/>
          </c:dLbls>
          <c:cat>
            <c:strRef>
              <c:f>Sheet1!$A$2:$A$4</c:f>
              <c:strCache>
                <c:ptCount val="3"/>
                <c:pt idx="0">
                  <c:v>2023</c:v>
                </c:pt>
                <c:pt idx="1">
                  <c:v>2024</c:v>
                </c:pt>
                <c:pt idx="2">
                  <c:v>2025</c:v>
                </c:pt>
              </c:strCache>
            </c:strRef>
          </c:cat>
          <c:val>
            <c:numRef>
              <c:f>Sheet1!$B$2:$B$4</c:f>
              <c:numCache>
                <c:formatCode>General</c:formatCode>
                <c:ptCount val="3"/>
                <c:pt idx="0">
                  <c:v>95.9</c:v>
                </c:pt>
                <c:pt idx="1">
                  <c:v>141.5</c:v>
                </c:pt>
                <c:pt idx="2">
                  <c:v>47.6</c:v>
                </c:pt>
              </c:numCache>
            </c:numRef>
          </c:val>
        </c:ser>
        <c:ser>
          <c:idx val="1"/>
          <c:order val="1"/>
          <c:tx>
            <c:strRef>
              <c:f>Sheet1!$C$1</c:f>
              <c:strCache>
                <c:ptCount val="1"/>
                <c:pt idx="0">
                  <c:v>Ohne Kreditor (Konzern: VW, Cariad, RST)</c:v>
                </c:pt>
              </c:strCache>
            </c:strRef>
          </c:tx>
          <c:spPr>
            <a:solidFill>
              <a:srgbClr val="80B0C8"/>
            </a:solidFill>
          </c:spPr>
          <c:dLbls>
            <c:numFmt formatCode="0" sourceLinked="0"/>
            <c:txPr>
              <a:bodyPr/>
              <a:lstStyle/>
              <a:p>
                <a:pPr>
                  <a:defRPr sz="1200">
                    <a:solidFill>
                      <a:srgbClr val="222222"/>
                    </a:solidFill>
                  </a:defRPr>
                </a:pPr>
              </a:p>
            </c:txPr>
            <c:dLblPos val="ctr"/>
            <c:showLegendKey val="0"/>
            <c:showVal val="1"/>
            <c:showCatName val="0"/>
            <c:showSerName val="0"/>
            <c:showPercent val="0"/>
            <c:showBubbleSize val="0"/>
            <c:showLeaderLines val="1"/>
          </c:dLbls>
          <c:cat>
            <c:strRef>
              <c:f>Sheet1!$A$2:$A$4</c:f>
              <c:strCache>
                <c:ptCount val="3"/>
                <c:pt idx="0">
                  <c:v>2023</c:v>
                </c:pt>
                <c:pt idx="1">
                  <c:v>2024</c:v>
                </c:pt>
                <c:pt idx="2">
                  <c:v>2025</c:v>
                </c:pt>
              </c:strCache>
            </c:strRef>
          </c:cat>
          <c:val>
            <c:numRef>
              <c:f>Sheet1!$C$2:$C$4</c:f>
              <c:numCache>
                <c:formatCode>General</c:formatCode>
                <c:ptCount val="3"/>
                <c:pt idx="0">
                  <c:v>136.6</c:v>
                </c:pt>
                <c:pt idx="1">
                  <c:v>256.7</c:v>
                </c:pt>
                <c:pt idx="2">
                  <c:v>65.6</c:v>
                </c:pt>
              </c:numCache>
            </c:numRef>
          </c:val>
        </c:ser>
        <c:ser>
          <c:idx val="2"/>
          <c:order val="2"/>
          <c:tx>
            <c:strRef>
              <c:f>Sheet1!$D$1</c:f>
              <c:strCache>
                <c:ptCount val="1"/>
                <c:pt idx="0">
                  <c:v>Nicht im Auszug enthalten</c:v>
                </c:pt>
              </c:strCache>
            </c:strRef>
          </c:tx>
          <c:spPr>
            <a:solidFill>
              <a:srgbClr val="C9CDCF"/>
            </a:solidFill>
          </c:spPr>
          <c:dLbls>
            <c:numFmt formatCode="0" sourceLinked="0"/>
            <c:txPr>
              <a:bodyPr/>
              <a:lstStyle/>
              <a:p>
                <a:pPr>
                  <a:defRPr sz="1200">
                    <a:solidFill>
                      <a:srgbClr val="222222"/>
                    </a:solidFill>
                  </a:defRPr>
                </a:pPr>
              </a:p>
            </c:txPr>
            <c:dLblPos val="ctr"/>
            <c:showLegendKey val="0"/>
            <c:showVal val="1"/>
            <c:showCatName val="0"/>
            <c:showSerName val="0"/>
            <c:showPercent val="0"/>
            <c:showBubbleSize val="0"/>
            <c:showLeaderLines val="1"/>
          </c:dLbls>
          <c:cat>
            <c:strRef>
              <c:f>Sheet1!$A$2:$A$4</c:f>
              <c:strCache>
                <c:ptCount val="3"/>
                <c:pt idx="0">
                  <c:v>2023</c:v>
                </c:pt>
                <c:pt idx="1">
                  <c:v>2024</c:v>
                </c:pt>
                <c:pt idx="2">
                  <c:v>2025</c:v>
                </c:pt>
              </c:strCache>
            </c:strRef>
          </c:cat>
          <c:val>
            <c:numRef>
              <c:f>Sheet1!$D$2:$D$4</c:f>
              <c:numCache>
                <c:formatCode>General</c:formatCode>
                <c:ptCount val="3"/>
                <c:pt idx="0">
                  <c:v>663.9</c:v>
                </c:pt>
                <c:pt idx="1">
                  <c:v>533.9</c:v>
                </c:pt>
                <c:pt idx="2">
                  <c:v>524.4</c:v>
                </c:pt>
              </c:numCache>
            </c:numRef>
          </c:val>
        </c:ser>
        <c:dLbls>
          <c:numFmt formatCode="0" sourceLinked="0"/>
          <c:txPr>
            <a:bodyPr/>
            <a:lstStyle/>
            <a:p>
              <a:pPr>
                <a:defRPr sz="1200"/>
              </a:pPr>
            </a:p>
          </c:txPr>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3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FFE0A1F-7062-456F-9589-63AE492B58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05D13C1D-48C2-4522-880A-97CFE03C73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E1E5E2-31E2-4680-B5CF-3A0956426A76}" type="datetimeFigureOut">
              <a:rPr lang="de-DE" smtClean="0"/>
              <a:t>15.10.2026</a:t>
            </a:fld>
            <a:endParaRPr lang="de-DE"/>
          </a:p>
        </p:txBody>
      </p:sp>
      <p:sp>
        <p:nvSpPr>
          <p:cNvPr id="4" name="Fußzeilenplatzhalter 3">
            <a:extLst>
              <a:ext uri="{FF2B5EF4-FFF2-40B4-BE49-F238E27FC236}">
                <a16:creationId xmlns:a16="http://schemas.microsoft.com/office/drawing/2014/main" id="{69FA17C6-AC63-4C5E-AC12-0BF575A23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D8463DE8-7E59-4151-A5E1-97AB1FEB0D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980982-92CA-4990-B5BB-92E9008AF793}" type="slidenum">
              <a:rPr lang="de-DE" smtClean="0"/>
              <a:t>‹Nr.›</a:t>
            </a:fld>
            <a:endParaRPr lang="de-DE"/>
          </a:p>
        </p:txBody>
      </p:sp>
    </p:spTree>
    <p:extLst>
      <p:ext uri="{BB962C8B-B14F-4D97-AF65-F5344CB8AC3E}">
        <p14:creationId xmlns:p14="http://schemas.microsoft.com/office/powerpoint/2010/main" val="19158096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084C78-E1D5-4780-AEE1-72F4F9EC944E}" type="datetimeFigureOut">
              <a:rPr lang="de-DE" smtClean="0"/>
              <a:t>15.10.2026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DC2041-0D71-4AD1-B9CF-E998B8C7151D}" type="slidenum">
              <a:rPr lang="de-DE" smtClean="0"/>
              <a:t>‹Nr.›</a:t>
            </a:fld>
            <a:endParaRPr lang="de-DE"/>
          </a:p>
        </p:txBody>
      </p:sp>
    </p:spTree>
    <p:extLst>
      <p:ext uri="{BB962C8B-B14F-4D97-AF65-F5344CB8AC3E}">
        <p14:creationId xmlns:p14="http://schemas.microsoft.com/office/powerpoint/2010/main" val="466102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Einstieg: Die Entscheidung ist gefallen, die drei Verträge werden gekündigt. Offen sind drei Nachfragen. Degreed und die Cariad-Frage sind weitgehend beantwortet. Bei den externen Weiterbildungen liefern die Daten nur einen Teil der gewünschten Sicht; wir zeigen, was belastbar ist, und schlagen den Weg zur vollständigen Clusterung vor.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285 T€ unterstellen, dass alle 1.140 MA eine aktive Lizenz haben. Abgerechnet wird nach aktiv genutzten Lizenzen. Heute nutzen 378 Personen Degreed aktiv. Nach Wegfall von Udemy (1.150 aktive User) ist mit deutlich mehr Nutzung zu rechnen; der realistische Wert liegt dazwischen. Abgleich 1.140 vs. 1.166 klären (Stichtag?).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Kernbotschaft: Ein Gesetz, das uns zu Degreed-Lizenzen verpflichtet, gibt es nicht. Der Anspruch entsteht aus unserer eigenen BV zur Nutzung von E-Learning-Plattformen; Studis sind dort eingeschlossen. Wer eine Lizenz einfordert, kann sich auf die BV berufen. Jede Einschränkung, auch nur für Studis, braucht eine Änderung der BV mit dem BR. Arbeitsrechtliche Prüfung vor Verhandlung empfohlen.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Summe unten im Screenshot ist das Gesamtergebnis aller Weiterbildungsbuchungen eines Jahres. Sichtbar sind nur die letzten Zeilen der Liste. (Leer) sind Buchungen ohne Kreditor, laut Finanz überwiegend konzerninterne Verrechnungen (VW, Cariad, RST). Die Davon-Angaben passen nicht zu den Summen: 2023 nennen sie 159 T€ bei 137 T€, 2024 226 T€ bei 257 T€. Bitte mit Finanz klären. BR-Schulungen nach § 37 Abs. 6 BetrVG sind gesetzlich geschuldet; der Arbeitgeber trägt die Kosten (§ 40 BetrVG). Sie sind daher kein Einsparhebel.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Zuordnung erfolgt nur anhand des Anbieternamens und ist nicht geprüft. Sie zeigt eine Tendenz: Der weit überwiegende Teil der sichtbaren Kosten ist fachlich-technisch (Software, Embedded, Safety, Methoden). Eine Einordnung als 'Wohlfühl'-Training lässt sich aus den Finanzdaten nicht ableiten; dafür braucht es die Inhalte. Wir schlagen statt 'Wohlfühl' die Kategorie 'überfachlich' vor.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 Handlungspunkte, jeweils mit Verantwortlichen und Termin zu ergänzen.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ohne Bildmotiv">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13728119-704B-E746-88B4-E3C6CC23B8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75590" y="0"/>
            <a:ext cx="2306765" cy="907200"/>
          </a:xfrm>
          <a:prstGeom prst="rect">
            <a:avLst/>
          </a:prstGeom>
        </p:spPr>
      </p:pic>
      <p:sp>
        <p:nvSpPr>
          <p:cNvPr id="7" name="Textplatzhalter 46">
            <a:extLst>
              <a:ext uri="{FF2B5EF4-FFF2-40B4-BE49-F238E27FC236}">
                <a16:creationId xmlns:a16="http://schemas.microsoft.com/office/drawing/2014/main" id="{8E8FDE02-0A5C-59D9-CF86-1A5AD7B313A9}"/>
              </a:ext>
            </a:extLst>
          </p:cNvPr>
          <p:cNvSpPr>
            <a:spLocks noGrp="1"/>
          </p:cNvSpPr>
          <p:nvPr>
            <p:ph type="body" sz="quarter" idx="13" hasCustomPrompt="1"/>
          </p:nvPr>
        </p:nvSpPr>
        <p:spPr bwMode="gray">
          <a:xfrm>
            <a:off x="406406" y="5903182"/>
            <a:ext cx="7904474" cy="525049"/>
          </a:xfrm>
        </p:spPr>
        <p:txBody>
          <a:bodyPr lIns="216000"/>
          <a:lstStyle>
            <a:lvl1pPr marL="0" indent="0">
              <a:buNone/>
              <a:defRPr>
                <a:solidFill>
                  <a:srgbClr val="004666"/>
                </a:solidFill>
                <a:latin typeface="VWAG TheSans Light" panose="020B0302050302020203" pitchFamily="34" charset="0"/>
              </a:defRPr>
            </a:lvl1pPr>
          </a:lstStyle>
          <a:p>
            <a:pPr lvl="0"/>
            <a:r>
              <a:rPr lang="de-DE"/>
              <a:t>Datum | Vertraulichkeitsklasse: CONFIDENTIAL</a:t>
            </a:r>
          </a:p>
        </p:txBody>
      </p:sp>
      <p:sp>
        <p:nvSpPr>
          <p:cNvPr id="8" name="Title 1">
            <a:extLst>
              <a:ext uri="{FF2B5EF4-FFF2-40B4-BE49-F238E27FC236}">
                <a16:creationId xmlns:a16="http://schemas.microsoft.com/office/drawing/2014/main" id="{C4DA4F76-164C-72EE-DFAC-864E96F4B341}"/>
              </a:ext>
            </a:extLst>
          </p:cNvPr>
          <p:cNvSpPr>
            <a:spLocks noGrp="1"/>
          </p:cNvSpPr>
          <p:nvPr>
            <p:ph type="ctrTitle" hasCustomPrompt="1"/>
          </p:nvPr>
        </p:nvSpPr>
        <p:spPr bwMode="gray">
          <a:xfrm>
            <a:off x="406400" y="3748896"/>
            <a:ext cx="7904480" cy="1337578"/>
          </a:xfrm>
          <a:prstGeom prst="rect">
            <a:avLst/>
          </a:prstGeom>
          <a:solidFill>
            <a:schemeClr val="bg1">
              <a:alpha val="85000"/>
            </a:schemeClr>
          </a:solidFill>
        </p:spPr>
        <p:txBody>
          <a:bodyPr lIns="216000" tIns="108000" rIns="144000" bIns="144000" anchor="b" anchorCtr="0">
            <a:spAutoFit/>
          </a:bodyPr>
          <a:lstStyle>
            <a:lvl1pPr algn="l">
              <a:lnSpc>
                <a:spcPct val="120000"/>
              </a:lnSpc>
              <a:defRPr sz="3000">
                <a:solidFill>
                  <a:schemeClr val="accent5"/>
                </a:solidFill>
              </a:defRPr>
            </a:lvl1pPr>
          </a:lstStyle>
          <a:p>
            <a:r>
              <a:rPr lang="de-DE"/>
              <a:t>Titel ohne Bildmotiv</a:t>
            </a:r>
            <a:br>
              <a:rPr lang="de-DE"/>
            </a:br>
            <a:r>
              <a:rPr lang="de-DE"/>
              <a:t>in VWAG </a:t>
            </a:r>
            <a:r>
              <a:rPr lang="de-DE" err="1"/>
              <a:t>TheSans</a:t>
            </a:r>
            <a:r>
              <a:rPr lang="de-DE"/>
              <a:t> fett 30 </a:t>
            </a:r>
            <a:r>
              <a:rPr lang="de-DE" err="1"/>
              <a:t>pt</a:t>
            </a:r>
            <a:endParaRPr lang="de-DE"/>
          </a:p>
        </p:txBody>
      </p:sp>
      <p:sp>
        <p:nvSpPr>
          <p:cNvPr id="9" name="Subtitle 2">
            <a:extLst>
              <a:ext uri="{FF2B5EF4-FFF2-40B4-BE49-F238E27FC236}">
                <a16:creationId xmlns:a16="http://schemas.microsoft.com/office/drawing/2014/main" id="{A2D8CB32-3583-D013-B69F-E79C7E9DA673}"/>
              </a:ext>
            </a:extLst>
          </p:cNvPr>
          <p:cNvSpPr>
            <a:spLocks noGrp="1"/>
          </p:cNvSpPr>
          <p:nvPr>
            <p:ph type="subTitle" idx="1" hasCustomPrompt="1"/>
          </p:nvPr>
        </p:nvSpPr>
        <p:spPr bwMode="gray">
          <a:xfrm>
            <a:off x="406400" y="5153305"/>
            <a:ext cx="7904480" cy="398652"/>
          </a:xfrm>
        </p:spPr>
        <p:txBody>
          <a:bodyPr lIns="216000"/>
          <a:lstStyle>
            <a:lvl1pPr marL="0" indent="0" algn="l" defTabSz="914377" rtl="0" eaLnBrk="1" latinLnBrk="0" hangingPunct="1">
              <a:lnSpc>
                <a:spcPct val="110000"/>
              </a:lnSpc>
              <a:spcBef>
                <a:spcPts val="0"/>
              </a:spcBef>
              <a:spcAft>
                <a:spcPts val="451"/>
              </a:spcAft>
              <a:buFont typeface="Arial" panose="020B0604020202020204" pitchFamily="34" charset="0"/>
              <a:buNone/>
              <a:defRPr lang="de-DE" sz="1400" b="1" kern="1200" cap="all" baseline="0" dirty="0">
                <a:solidFill>
                  <a:srgbClr val="004666"/>
                </a:solidFill>
                <a:latin typeface="+mn-lt"/>
                <a:ea typeface="+mn-ea"/>
                <a:cs typeface="+mn-cs"/>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de-DE"/>
              <a:t>Abteilung in VWAG </a:t>
            </a:r>
            <a:r>
              <a:rPr lang="de-DE" err="1"/>
              <a:t>TheSans</a:t>
            </a:r>
            <a:r>
              <a:rPr lang="de-DE"/>
              <a:t> 20 </a:t>
            </a:r>
            <a:r>
              <a:rPr lang="de-DE" err="1"/>
              <a:t>pt</a:t>
            </a:r>
            <a:endParaRPr lang="de-DE"/>
          </a:p>
        </p:txBody>
      </p:sp>
    </p:spTree>
    <p:extLst>
      <p:ext uri="{BB962C8B-B14F-4D97-AF65-F5344CB8AC3E}">
        <p14:creationId xmlns:p14="http://schemas.microsoft.com/office/powerpoint/2010/main" val="2204630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EL (oben)">
    <p:bg>
      <p:bgPr>
        <a:solidFill>
          <a:schemeClr val="bg1"/>
        </a:solidFill>
        <a:effectLst/>
      </p:bgPr>
    </p:bg>
    <p:spTree>
      <p:nvGrpSpPr>
        <p:cNvPr id="1" name=""/>
        <p:cNvGrpSpPr/>
        <p:nvPr/>
      </p:nvGrpSpPr>
      <p:grpSpPr>
        <a:xfrm>
          <a:off x="0" y="0"/>
          <a:ext cx="0" cy="0"/>
          <a:chOff x="0" y="0"/>
          <a:chExt cx="0" cy="0"/>
        </a:xfrm>
      </p:grpSpPr>
      <p:sp>
        <p:nvSpPr>
          <p:cNvPr id="10" name="Bildplatzhalter 183">
            <a:extLst>
              <a:ext uri="{FF2B5EF4-FFF2-40B4-BE49-F238E27FC236}">
                <a16:creationId xmlns:a16="http://schemas.microsoft.com/office/drawing/2014/main" id="{516BFC67-588D-44D2-A7FB-3DEC5B9148AA}"/>
              </a:ext>
            </a:extLst>
          </p:cNvPr>
          <p:cNvSpPr>
            <a:spLocks noGrp="1"/>
          </p:cNvSpPr>
          <p:nvPr>
            <p:ph type="pic" sz="quarter" idx="16" hasCustomPrompt="1"/>
          </p:nvPr>
        </p:nvSpPr>
        <p:spPr bwMode="gray">
          <a:xfrm>
            <a:off x="0" y="0"/>
            <a:ext cx="12193200" cy="6871063"/>
          </a:xfrm>
          <a:custGeom>
            <a:avLst/>
            <a:gdLst>
              <a:gd name="connsiteX0" fmla="*/ 0 w 12193200"/>
              <a:gd name="connsiteY0" fmla="*/ 0 h 6858000"/>
              <a:gd name="connsiteX1" fmla="*/ 9476660 w 12193200"/>
              <a:gd name="connsiteY1" fmla="*/ 0 h 6858000"/>
              <a:gd name="connsiteX2" fmla="*/ 9476660 w 12193200"/>
              <a:gd name="connsiteY2" fmla="*/ 907200 h 6858000"/>
              <a:gd name="connsiteX3" fmla="*/ 11787188 w 12193200"/>
              <a:gd name="connsiteY3" fmla="*/ 907200 h 6858000"/>
              <a:gd name="connsiteX4" fmla="*/ 11787188 w 12193200"/>
              <a:gd name="connsiteY4" fmla="*/ 0 h 6858000"/>
              <a:gd name="connsiteX5" fmla="*/ 12193200 w 12193200"/>
              <a:gd name="connsiteY5" fmla="*/ 0 h 6858000"/>
              <a:gd name="connsiteX6" fmla="*/ 12193200 w 12193200"/>
              <a:gd name="connsiteY6" fmla="*/ 6858000 h 6858000"/>
              <a:gd name="connsiteX7" fmla="*/ 0 w 121932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200" h="6858000">
                <a:moveTo>
                  <a:pt x="0" y="0"/>
                </a:moveTo>
                <a:lnTo>
                  <a:pt x="9476660" y="0"/>
                </a:lnTo>
                <a:lnTo>
                  <a:pt x="9476660" y="907200"/>
                </a:lnTo>
                <a:lnTo>
                  <a:pt x="11787188" y="907200"/>
                </a:lnTo>
                <a:lnTo>
                  <a:pt x="11787188" y="0"/>
                </a:lnTo>
                <a:lnTo>
                  <a:pt x="12193200" y="0"/>
                </a:lnTo>
                <a:lnTo>
                  <a:pt x="12193200" y="6858000"/>
                </a:lnTo>
                <a:lnTo>
                  <a:pt x="0" y="6858000"/>
                </a:lnTo>
                <a:close/>
              </a:path>
            </a:pathLst>
          </a:custGeo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und legen den Platzhalter </a:t>
            </a:r>
            <a:br>
              <a:rPr lang="de-DE"/>
            </a:br>
            <a:r>
              <a:rPr lang="de-DE"/>
              <a:t>anschließend in den Hintergrund.</a:t>
            </a:r>
          </a:p>
        </p:txBody>
      </p:sp>
      <p:sp>
        <p:nvSpPr>
          <p:cNvPr id="47" name="Textplatzhalter 46">
            <a:extLst>
              <a:ext uri="{FF2B5EF4-FFF2-40B4-BE49-F238E27FC236}">
                <a16:creationId xmlns:a16="http://schemas.microsoft.com/office/drawing/2014/main" id="{8E50E72A-D94D-4742-B222-12F7A6C8333B}"/>
              </a:ext>
            </a:extLst>
          </p:cNvPr>
          <p:cNvSpPr>
            <a:spLocks noGrp="1"/>
          </p:cNvSpPr>
          <p:nvPr>
            <p:ph type="body" sz="quarter" idx="13" hasCustomPrompt="1"/>
          </p:nvPr>
        </p:nvSpPr>
        <p:spPr bwMode="gray">
          <a:xfrm>
            <a:off x="406406" y="3644396"/>
            <a:ext cx="7904474" cy="543555"/>
          </a:xfrm>
        </p:spPr>
        <p:txBody>
          <a:bodyPr lIns="216000"/>
          <a:lstStyle>
            <a:lvl1pPr marL="0" indent="0">
              <a:buNone/>
              <a:defRPr>
                <a:solidFill>
                  <a:schemeClr val="bg1"/>
                </a:solidFill>
                <a:latin typeface="VWAG TheSans Light" panose="020B0302050302020203" pitchFamily="34" charset="0"/>
              </a:defRPr>
            </a:lvl1pPr>
          </a:lstStyle>
          <a:p>
            <a:pPr lvl="0"/>
            <a:r>
              <a:rPr lang="de-DE"/>
              <a:t>Datum | Vertraulichkeitsklasse: CONFIDENTIAL</a:t>
            </a:r>
          </a:p>
        </p:txBody>
      </p:sp>
      <p:sp>
        <p:nvSpPr>
          <p:cNvPr id="2" name="Title 1"/>
          <p:cNvSpPr>
            <a:spLocks noGrp="1"/>
          </p:cNvSpPr>
          <p:nvPr>
            <p:ph type="ctrTitle" hasCustomPrompt="1"/>
          </p:nvPr>
        </p:nvSpPr>
        <p:spPr bwMode="gray">
          <a:xfrm>
            <a:off x="406400" y="1490110"/>
            <a:ext cx="7904480" cy="1337578"/>
          </a:xfrm>
          <a:prstGeom prst="rect">
            <a:avLst/>
          </a:prstGeom>
          <a:solidFill>
            <a:schemeClr val="bg1">
              <a:alpha val="85000"/>
            </a:schemeClr>
          </a:solidFill>
        </p:spPr>
        <p:txBody>
          <a:bodyPr lIns="216000" tIns="108000" rIns="144000" bIns="144000" anchor="b" anchorCtr="0">
            <a:spAutoFit/>
          </a:bodyPr>
          <a:lstStyle>
            <a:lvl1pPr algn="l">
              <a:lnSpc>
                <a:spcPct val="120000"/>
              </a:lnSpc>
              <a:defRPr sz="3000">
                <a:solidFill>
                  <a:schemeClr val="accent5"/>
                </a:solidFill>
              </a:defRPr>
            </a:lvl1pPr>
          </a:lstStyle>
          <a:p>
            <a:r>
              <a:rPr lang="de-DE"/>
              <a:t>Titel mit Bildmotiv</a:t>
            </a:r>
            <a:br>
              <a:rPr lang="de-DE"/>
            </a:br>
            <a:r>
              <a:rPr lang="de-DE"/>
              <a:t>in VWAG </a:t>
            </a:r>
            <a:r>
              <a:rPr lang="de-DE" err="1"/>
              <a:t>TheSans</a:t>
            </a:r>
            <a:r>
              <a:rPr lang="de-DE"/>
              <a:t> fett 30 </a:t>
            </a:r>
            <a:r>
              <a:rPr lang="de-DE" err="1"/>
              <a:t>pt</a:t>
            </a:r>
            <a:endParaRPr lang="de-DE"/>
          </a:p>
        </p:txBody>
      </p:sp>
      <p:sp>
        <p:nvSpPr>
          <p:cNvPr id="3" name="Subtitle 2"/>
          <p:cNvSpPr>
            <a:spLocks noGrp="1"/>
          </p:cNvSpPr>
          <p:nvPr>
            <p:ph type="subTitle" idx="1" hasCustomPrompt="1"/>
          </p:nvPr>
        </p:nvSpPr>
        <p:spPr bwMode="gray">
          <a:xfrm>
            <a:off x="406400" y="2894519"/>
            <a:ext cx="7904480" cy="398652"/>
          </a:xfrm>
        </p:spPr>
        <p:txBody>
          <a:bodyPr lIns="216000"/>
          <a:lstStyle>
            <a:lvl1pPr marL="0" indent="0" algn="l" defTabSz="914377" rtl="0" eaLnBrk="1" latinLnBrk="0" hangingPunct="1">
              <a:lnSpc>
                <a:spcPct val="110000"/>
              </a:lnSpc>
              <a:spcBef>
                <a:spcPts val="0"/>
              </a:spcBef>
              <a:spcAft>
                <a:spcPts val="451"/>
              </a:spcAft>
              <a:buFont typeface="Arial" panose="020B0604020202020204" pitchFamily="34" charset="0"/>
              <a:buNone/>
              <a:defRPr lang="de-DE" sz="1400" b="1" kern="1200" cap="all" baseline="0" dirty="0">
                <a:solidFill>
                  <a:schemeClr val="bg1"/>
                </a:solidFill>
                <a:latin typeface="+mn-lt"/>
                <a:ea typeface="+mn-ea"/>
                <a:cs typeface="+mn-cs"/>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de-DE"/>
              <a:t>Abteilung in VWAG </a:t>
            </a:r>
            <a:r>
              <a:rPr lang="de-DE" err="1"/>
              <a:t>TheSans</a:t>
            </a:r>
            <a:r>
              <a:rPr lang="de-DE"/>
              <a:t> 20 </a:t>
            </a:r>
            <a:r>
              <a:rPr lang="de-DE" err="1"/>
              <a:t>pt</a:t>
            </a:r>
            <a:endParaRPr lang="de-DE"/>
          </a:p>
        </p:txBody>
      </p:sp>
      <p:sp>
        <p:nvSpPr>
          <p:cNvPr id="9" name="Fußzeilenplatzhalter 1">
            <a:extLst>
              <a:ext uri="{FF2B5EF4-FFF2-40B4-BE49-F238E27FC236}">
                <a16:creationId xmlns:a16="http://schemas.microsoft.com/office/drawing/2014/main" id="{8C90C894-D4E0-465F-9B1E-1F7E038AACC7}"/>
              </a:ext>
            </a:extLst>
          </p:cNvPr>
          <p:cNvSpPr>
            <a:spLocks noGrp="1"/>
          </p:cNvSpPr>
          <p:nvPr>
            <p:ph type="ftr" sz="quarter" idx="3"/>
          </p:nvPr>
        </p:nvSpPr>
        <p:spPr>
          <a:xfrm>
            <a:off x="2807400" y="6648144"/>
            <a:ext cx="6577200" cy="90000"/>
          </a:xfrm>
          <a:prstGeom prst="rect">
            <a:avLst/>
          </a:prstGeom>
        </p:spPr>
        <p:txBody>
          <a:bodyPr vert="horz" lIns="91440" tIns="45720" rIns="91440" bIns="45720" rtlCol="0" anchor="ctr"/>
          <a:lstStyle>
            <a:lvl1pPr algn="ctr">
              <a:defRPr lang="de-DE" sz="800" kern="1200">
                <a:solidFill>
                  <a:schemeClr val="bg1"/>
                </a:solidFill>
                <a:latin typeface="+mn-lt"/>
                <a:ea typeface="+mn-ea"/>
                <a:cs typeface="+mn-cs"/>
              </a:defRPr>
            </a:lvl1pPr>
          </a:lstStyle>
          <a:p>
            <a:r>
              <a:rPr lang="de-DE"/>
              <a:t>G  |  KSU-Klasse: 0.2 – 4 Jahre </a:t>
            </a:r>
          </a:p>
        </p:txBody>
      </p:sp>
      <p:pic>
        <p:nvPicPr>
          <p:cNvPr id="4" name="Grafik 3">
            <a:extLst>
              <a:ext uri="{FF2B5EF4-FFF2-40B4-BE49-F238E27FC236}">
                <a16:creationId xmlns:a16="http://schemas.microsoft.com/office/drawing/2014/main" id="{08034AE2-42FC-43FC-53F0-27FED94B8C6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72250" y="0"/>
            <a:ext cx="2306765" cy="907200"/>
          </a:xfrm>
          <a:prstGeom prst="rect">
            <a:avLst/>
          </a:prstGeom>
        </p:spPr>
      </p:pic>
    </p:spTree>
    <p:extLst>
      <p:ext uri="{BB962C8B-B14F-4D97-AF65-F5344CB8AC3E}">
        <p14:creationId xmlns:p14="http://schemas.microsoft.com/office/powerpoint/2010/main" val="224344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EL (unten)">
    <p:spTree>
      <p:nvGrpSpPr>
        <p:cNvPr id="1" name=""/>
        <p:cNvGrpSpPr/>
        <p:nvPr/>
      </p:nvGrpSpPr>
      <p:grpSpPr>
        <a:xfrm>
          <a:off x="0" y="0"/>
          <a:ext cx="0" cy="0"/>
          <a:chOff x="0" y="0"/>
          <a:chExt cx="0" cy="0"/>
        </a:xfrm>
      </p:grpSpPr>
      <p:sp>
        <p:nvSpPr>
          <p:cNvPr id="39" name="Bildplatzhalter 183">
            <a:extLst>
              <a:ext uri="{FF2B5EF4-FFF2-40B4-BE49-F238E27FC236}">
                <a16:creationId xmlns:a16="http://schemas.microsoft.com/office/drawing/2014/main" id="{737BF053-C80E-44EE-9ADA-C0BD97C21FB9}"/>
              </a:ext>
            </a:extLst>
          </p:cNvPr>
          <p:cNvSpPr>
            <a:spLocks noGrp="1"/>
          </p:cNvSpPr>
          <p:nvPr>
            <p:ph type="pic" sz="quarter" idx="16" hasCustomPrompt="1"/>
          </p:nvPr>
        </p:nvSpPr>
        <p:spPr bwMode="gray">
          <a:xfrm>
            <a:off x="0" y="0"/>
            <a:ext cx="12193200" cy="6871063"/>
          </a:xfrm>
          <a:custGeom>
            <a:avLst/>
            <a:gdLst>
              <a:gd name="connsiteX0" fmla="*/ 0 w 12193200"/>
              <a:gd name="connsiteY0" fmla="*/ 0 h 6858000"/>
              <a:gd name="connsiteX1" fmla="*/ 9476660 w 12193200"/>
              <a:gd name="connsiteY1" fmla="*/ 0 h 6858000"/>
              <a:gd name="connsiteX2" fmla="*/ 9476660 w 12193200"/>
              <a:gd name="connsiteY2" fmla="*/ 907200 h 6858000"/>
              <a:gd name="connsiteX3" fmla="*/ 11787188 w 12193200"/>
              <a:gd name="connsiteY3" fmla="*/ 907200 h 6858000"/>
              <a:gd name="connsiteX4" fmla="*/ 11787188 w 12193200"/>
              <a:gd name="connsiteY4" fmla="*/ 0 h 6858000"/>
              <a:gd name="connsiteX5" fmla="*/ 12193200 w 12193200"/>
              <a:gd name="connsiteY5" fmla="*/ 0 h 6858000"/>
              <a:gd name="connsiteX6" fmla="*/ 12193200 w 12193200"/>
              <a:gd name="connsiteY6" fmla="*/ 6858000 h 6858000"/>
              <a:gd name="connsiteX7" fmla="*/ 0 w 121932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200" h="6858000">
                <a:moveTo>
                  <a:pt x="0" y="0"/>
                </a:moveTo>
                <a:lnTo>
                  <a:pt x="9476660" y="0"/>
                </a:lnTo>
                <a:lnTo>
                  <a:pt x="9476660" y="907200"/>
                </a:lnTo>
                <a:lnTo>
                  <a:pt x="11787188" y="907200"/>
                </a:lnTo>
                <a:lnTo>
                  <a:pt x="11787188" y="0"/>
                </a:lnTo>
                <a:lnTo>
                  <a:pt x="12193200" y="0"/>
                </a:lnTo>
                <a:lnTo>
                  <a:pt x="12193200" y="6858000"/>
                </a:lnTo>
                <a:lnTo>
                  <a:pt x="0" y="6858000"/>
                </a:lnTo>
                <a:close/>
              </a:path>
            </a:pathLst>
          </a:custGeo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und legen den Platzhalter </a:t>
            </a:r>
            <a:br>
              <a:rPr lang="de-DE"/>
            </a:br>
            <a:r>
              <a:rPr lang="de-DE"/>
              <a:t>anschließend in den Hintergrund.</a:t>
            </a:r>
          </a:p>
        </p:txBody>
      </p:sp>
      <p:sp>
        <p:nvSpPr>
          <p:cNvPr id="47" name="Textplatzhalter 46">
            <a:extLst>
              <a:ext uri="{FF2B5EF4-FFF2-40B4-BE49-F238E27FC236}">
                <a16:creationId xmlns:a16="http://schemas.microsoft.com/office/drawing/2014/main" id="{8E50E72A-D94D-4742-B222-12F7A6C8333B}"/>
              </a:ext>
            </a:extLst>
          </p:cNvPr>
          <p:cNvSpPr>
            <a:spLocks noGrp="1"/>
          </p:cNvSpPr>
          <p:nvPr>
            <p:ph type="body" sz="quarter" idx="13" hasCustomPrompt="1"/>
          </p:nvPr>
        </p:nvSpPr>
        <p:spPr bwMode="gray">
          <a:xfrm>
            <a:off x="406406" y="5903182"/>
            <a:ext cx="7904474" cy="525049"/>
          </a:xfrm>
        </p:spPr>
        <p:txBody>
          <a:bodyPr lIns="216000"/>
          <a:lstStyle>
            <a:lvl1pPr marL="0" indent="0">
              <a:buNone/>
              <a:defRPr>
                <a:solidFill>
                  <a:schemeClr val="bg1"/>
                </a:solidFill>
                <a:latin typeface="VWAG TheSans Light" panose="020B0302050302020203" pitchFamily="34" charset="0"/>
              </a:defRPr>
            </a:lvl1pPr>
          </a:lstStyle>
          <a:p>
            <a:pPr lvl="0"/>
            <a:r>
              <a:rPr lang="de-DE"/>
              <a:t>Datum | Vertraulichkeitsklasse: CONFIDENTIAL</a:t>
            </a:r>
          </a:p>
        </p:txBody>
      </p:sp>
      <p:sp>
        <p:nvSpPr>
          <p:cNvPr id="2" name="Title 1"/>
          <p:cNvSpPr>
            <a:spLocks noGrp="1"/>
          </p:cNvSpPr>
          <p:nvPr>
            <p:ph type="ctrTitle" hasCustomPrompt="1"/>
          </p:nvPr>
        </p:nvSpPr>
        <p:spPr bwMode="gray">
          <a:xfrm>
            <a:off x="406400" y="3748896"/>
            <a:ext cx="7904480" cy="1337578"/>
          </a:xfrm>
          <a:prstGeom prst="rect">
            <a:avLst/>
          </a:prstGeom>
          <a:solidFill>
            <a:schemeClr val="bg1">
              <a:alpha val="85000"/>
            </a:schemeClr>
          </a:solidFill>
        </p:spPr>
        <p:txBody>
          <a:bodyPr lIns="216000" tIns="108000" rIns="144000" bIns="144000" anchor="b" anchorCtr="0">
            <a:spAutoFit/>
          </a:bodyPr>
          <a:lstStyle>
            <a:lvl1pPr algn="l">
              <a:lnSpc>
                <a:spcPct val="120000"/>
              </a:lnSpc>
              <a:defRPr sz="3000">
                <a:solidFill>
                  <a:schemeClr val="accent5"/>
                </a:solidFill>
              </a:defRPr>
            </a:lvl1pPr>
          </a:lstStyle>
          <a:p>
            <a:r>
              <a:rPr lang="de-DE"/>
              <a:t>Titel mit Bildmotiv</a:t>
            </a:r>
            <a:br>
              <a:rPr lang="de-DE"/>
            </a:br>
            <a:r>
              <a:rPr lang="de-DE"/>
              <a:t>in VWAG </a:t>
            </a:r>
            <a:r>
              <a:rPr lang="de-DE" err="1"/>
              <a:t>TheSans</a:t>
            </a:r>
            <a:r>
              <a:rPr lang="de-DE"/>
              <a:t> fett 30 </a:t>
            </a:r>
            <a:r>
              <a:rPr lang="de-DE" err="1"/>
              <a:t>pt</a:t>
            </a:r>
            <a:endParaRPr lang="de-DE"/>
          </a:p>
        </p:txBody>
      </p:sp>
      <p:sp>
        <p:nvSpPr>
          <p:cNvPr id="3" name="Subtitle 2"/>
          <p:cNvSpPr>
            <a:spLocks noGrp="1"/>
          </p:cNvSpPr>
          <p:nvPr>
            <p:ph type="subTitle" idx="1" hasCustomPrompt="1"/>
          </p:nvPr>
        </p:nvSpPr>
        <p:spPr bwMode="gray">
          <a:xfrm>
            <a:off x="406400" y="5153305"/>
            <a:ext cx="7904480" cy="398652"/>
          </a:xfrm>
        </p:spPr>
        <p:txBody>
          <a:bodyPr lIns="216000"/>
          <a:lstStyle>
            <a:lvl1pPr marL="0" indent="0" algn="l" defTabSz="914377" rtl="0" eaLnBrk="1" latinLnBrk="0" hangingPunct="1">
              <a:lnSpc>
                <a:spcPct val="110000"/>
              </a:lnSpc>
              <a:spcBef>
                <a:spcPts val="0"/>
              </a:spcBef>
              <a:spcAft>
                <a:spcPts val="451"/>
              </a:spcAft>
              <a:buFont typeface="Arial" panose="020B0604020202020204" pitchFamily="34" charset="0"/>
              <a:buNone/>
              <a:defRPr lang="de-DE" sz="1400" b="1" kern="1200" cap="all" baseline="0" dirty="0">
                <a:solidFill>
                  <a:schemeClr val="bg1"/>
                </a:solidFill>
                <a:latin typeface="+mn-lt"/>
                <a:ea typeface="+mn-ea"/>
                <a:cs typeface="+mn-cs"/>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de-DE"/>
              <a:t>Abteilung in VWAG </a:t>
            </a:r>
            <a:r>
              <a:rPr lang="de-DE" err="1"/>
              <a:t>TheSans</a:t>
            </a:r>
            <a:r>
              <a:rPr lang="de-DE"/>
              <a:t> 20 </a:t>
            </a:r>
            <a:r>
              <a:rPr lang="de-DE" err="1"/>
              <a:t>pt</a:t>
            </a:r>
            <a:endParaRPr lang="de-DE"/>
          </a:p>
        </p:txBody>
      </p:sp>
      <p:sp>
        <p:nvSpPr>
          <p:cNvPr id="4" name="Datumsplatzhalter 3">
            <a:extLst>
              <a:ext uri="{FF2B5EF4-FFF2-40B4-BE49-F238E27FC236}">
                <a16:creationId xmlns:a16="http://schemas.microsoft.com/office/drawing/2014/main" id="{ECC8C23C-D32B-4D26-A15F-591CBF3A72FB}"/>
              </a:ext>
            </a:extLst>
          </p:cNvPr>
          <p:cNvSpPr>
            <a:spLocks noGrp="1"/>
          </p:cNvSpPr>
          <p:nvPr>
            <p:ph type="dt" sz="half" idx="17"/>
          </p:nvPr>
        </p:nvSpPr>
        <p:spPr/>
        <p:txBody>
          <a:bodyPr/>
          <a:lstStyle>
            <a:lvl1pPr>
              <a:defRPr>
                <a:solidFill>
                  <a:schemeClr val="bg1"/>
                </a:solidFill>
              </a:defRPr>
            </a:lvl1pPr>
          </a:lstStyle>
          <a:p>
            <a:fld id="{6933F4EA-5CDF-4F9E-9C75-ABE0A1434C88}" type="datetime1">
              <a:rPr lang="de-DE" smtClean="0"/>
              <a:t>15.10.2026</a:t>
            </a:fld>
            <a:endParaRPr lang="de-DE"/>
          </a:p>
        </p:txBody>
      </p:sp>
      <p:sp>
        <p:nvSpPr>
          <p:cNvPr id="5" name="Foliennummernplatzhalter 4">
            <a:extLst>
              <a:ext uri="{FF2B5EF4-FFF2-40B4-BE49-F238E27FC236}">
                <a16:creationId xmlns:a16="http://schemas.microsoft.com/office/drawing/2014/main" id="{E535C40D-2346-4202-96B3-AF87635118F2}"/>
              </a:ext>
            </a:extLst>
          </p:cNvPr>
          <p:cNvSpPr>
            <a:spLocks noGrp="1"/>
          </p:cNvSpPr>
          <p:nvPr>
            <p:ph type="sldNum" sz="quarter" idx="18"/>
          </p:nvPr>
        </p:nvSpPr>
        <p:spPr/>
        <p:txBody>
          <a:bodyPr/>
          <a:lstStyle>
            <a:lvl1pPr>
              <a:defRPr>
                <a:solidFill>
                  <a:schemeClr val="bg1"/>
                </a:solidFill>
              </a:defRPr>
            </a:lvl1pPr>
          </a:lstStyle>
          <a:p>
            <a:fld id="{2EA6AC58-99FC-40D1-8A10-4777F7BB7286}" type="slidenum">
              <a:rPr lang="de-DE" smtClean="0"/>
              <a:pPr/>
              <a:t>‹Nr.›</a:t>
            </a:fld>
            <a:endParaRPr lang="de-DE"/>
          </a:p>
        </p:txBody>
      </p:sp>
      <p:sp>
        <p:nvSpPr>
          <p:cNvPr id="7" name="Fußzeilenplatzhalter 1">
            <a:extLst>
              <a:ext uri="{FF2B5EF4-FFF2-40B4-BE49-F238E27FC236}">
                <a16:creationId xmlns:a16="http://schemas.microsoft.com/office/drawing/2014/main" id="{2ECCD2B1-CC47-DC24-053E-7329088B8203}"/>
              </a:ext>
            </a:extLst>
          </p:cNvPr>
          <p:cNvSpPr>
            <a:spLocks noGrp="1"/>
          </p:cNvSpPr>
          <p:nvPr>
            <p:ph type="ftr" sz="quarter" idx="3"/>
          </p:nvPr>
        </p:nvSpPr>
        <p:spPr>
          <a:xfrm>
            <a:off x="2807400" y="6648144"/>
            <a:ext cx="6577200" cy="90000"/>
          </a:xfrm>
          <a:prstGeom prst="rect">
            <a:avLst/>
          </a:prstGeom>
        </p:spPr>
        <p:txBody>
          <a:bodyPr vert="horz" lIns="91440" tIns="45720" rIns="91440" bIns="45720" rtlCol="0" anchor="ctr"/>
          <a:lstStyle>
            <a:lvl1pPr algn="ctr">
              <a:defRPr lang="de-DE" sz="800" kern="1200">
                <a:solidFill>
                  <a:schemeClr val="bg1"/>
                </a:solidFill>
                <a:latin typeface="+mn-lt"/>
                <a:ea typeface="+mn-ea"/>
                <a:cs typeface="+mn-cs"/>
              </a:defRPr>
            </a:lvl1pPr>
          </a:lstStyle>
          <a:p>
            <a:r>
              <a:rPr lang="de-DE"/>
              <a:t>G  |  KSU-Klasse: 0.2 – 4 Jahre </a:t>
            </a:r>
          </a:p>
        </p:txBody>
      </p:sp>
      <p:pic>
        <p:nvPicPr>
          <p:cNvPr id="8" name="Grafik 7">
            <a:extLst>
              <a:ext uri="{FF2B5EF4-FFF2-40B4-BE49-F238E27FC236}">
                <a16:creationId xmlns:a16="http://schemas.microsoft.com/office/drawing/2014/main" id="{1EC615A8-ACC2-C962-BC87-E571381BD18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72250" y="0"/>
            <a:ext cx="2306765" cy="907200"/>
          </a:xfrm>
          <a:prstGeom prst="rect">
            <a:avLst/>
          </a:prstGeom>
        </p:spPr>
      </p:pic>
    </p:spTree>
    <p:extLst>
      <p:ext uri="{BB962C8B-B14F-4D97-AF65-F5344CB8AC3E}">
        <p14:creationId xmlns:p14="http://schemas.microsoft.com/office/powerpoint/2010/main" val="614164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EL (unten)">
    <p:spTree>
      <p:nvGrpSpPr>
        <p:cNvPr id="1" name=""/>
        <p:cNvGrpSpPr/>
        <p:nvPr/>
      </p:nvGrpSpPr>
      <p:grpSpPr>
        <a:xfrm>
          <a:off x="0" y="0"/>
          <a:ext cx="0" cy="0"/>
          <a:chOff x="0" y="0"/>
          <a:chExt cx="0" cy="0"/>
        </a:xfrm>
      </p:grpSpPr>
      <p:sp>
        <p:nvSpPr>
          <p:cNvPr id="39" name="Bildplatzhalter 183">
            <a:extLst>
              <a:ext uri="{FF2B5EF4-FFF2-40B4-BE49-F238E27FC236}">
                <a16:creationId xmlns:a16="http://schemas.microsoft.com/office/drawing/2014/main" id="{737BF053-C80E-44EE-9ADA-C0BD97C21FB9}"/>
              </a:ext>
            </a:extLst>
          </p:cNvPr>
          <p:cNvSpPr>
            <a:spLocks noGrp="1"/>
          </p:cNvSpPr>
          <p:nvPr>
            <p:ph type="pic" sz="quarter" idx="16" hasCustomPrompt="1"/>
          </p:nvPr>
        </p:nvSpPr>
        <p:spPr bwMode="gray">
          <a:xfrm>
            <a:off x="0" y="0"/>
            <a:ext cx="12193200" cy="6871063"/>
          </a:xfrm>
          <a:custGeom>
            <a:avLst/>
            <a:gdLst>
              <a:gd name="connsiteX0" fmla="*/ 0 w 12193200"/>
              <a:gd name="connsiteY0" fmla="*/ 0 h 6858000"/>
              <a:gd name="connsiteX1" fmla="*/ 9476660 w 12193200"/>
              <a:gd name="connsiteY1" fmla="*/ 0 h 6858000"/>
              <a:gd name="connsiteX2" fmla="*/ 9476660 w 12193200"/>
              <a:gd name="connsiteY2" fmla="*/ 907200 h 6858000"/>
              <a:gd name="connsiteX3" fmla="*/ 11787188 w 12193200"/>
              <a:gd name="connsiteY3" fmla="*/ 907200 h 6858000"/>
              <a:gd name="connsiteX4" fmla="*/ 11787188 w 12193200"/>
              <a:gd name="connsiteY4" fmla="*/ 0 h 6858000"/>
              <a:gd name="connsiteX5" fmla="*/ 12193200 w 12193200"/>
              <a:gd name="connsiteY5" fmla="*/ 0 h 6858000"/>
              <a:gd name="connsiteX6" fmla="*/ 12193200 w 12193200"/>
              <a:gd name="connsiteY6" fmla="*/ 6858000 h 6858000"/>
              <a:gd name="connsiteX7" fmla="*/ 0 w 121932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200" h="6858000">
                <a:moveTo>
                  <a:pt x="0" y="0"/>
                </a:moveTo>
                <a:lnTo>
                  <a:pt x="9476660" y="0"/>
                </a:lnTo>
                <a:lnTo>
                  <a:pt x="9476660" y="907200"/>
                </a:lnTo>
                <a:lnTo>
                  <a:pt x="11787188" y="907200"/>
                </a:lnTo>
                <a:lnTo>
                  <a:pt x="11787188" y="0"/>
                </a:lnTo>
                <a:lnTo>
                  <a:pt x="12193200" y="0"/>
                </a:lnTo>
                <a:lnTo>
                  <a:pt x="12193200" y="6858000"/>
                </a:lnTo>
                <a:lnTo>
                  <a:pt x="0" y="6858000"/>
                </a:lnTo>
                <a:close/>
              </a:path>
            </a:pathLst>
          </a:custGeo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und legen den Platzhalter </a:t>
            </a:r>
            <a:br>
              <a:rPr lang="de-DE"/>
            </a:br>
            <a:r>
              <a:rPr lang="de-DE"/>
              <a:t>anschließend in den Hintergrund.</a:t>
            </a:r>
          </a:p>
        </p:txBody>
      </p:sp>
      <p:sp>
        <p:nvSpPr>
          <p:cNvPr id="47" name="Textplatzhalter 46">
            <a:extLst>
              <a:ext uri="{FF2B5EF4-FFF2-40B4-BE49-F238E27FC236}">
                <a16:creationId xmlns:a16="http://schemas.microsoft.com/office/drawing/2014/main" id="{8E50E72A-D94D-4742-B222-12F7A6C8333B}"/>
              </a:ext>
            </a:extLst>
          </p:cNvPr>
          <p:cNvSpPr>
            <a:spLocks noGrp="1"/>
          </p:cNvSpPr>
          <p:nvPr>
            <p:ph type="body" sz="quarter" idx="13" hasCustomPrompt="1"/>
          </p:nvPr>
        </p:nvSpPr>
        <p:spPr bwMode="gray">
          <a:xfrm>
            <a:off x="406406" y="5903182"/>
            <a:ext cx="7904474" cy="525049"/>
          </a:xfrm>
        </p:spPr>
        <p:txBody>
          <a:bodyPr lIns="216000"/>
          <a:lstStyle>
            <a:lvl1pPr marL="0" indent="0">
              <a:buNone/>
              <a:defRPr>
                <a:solidFill>
                  <a:srgbClr val="004666"/>
                </a:solidFill>
                <a:latin typeface="VWAG TheSans Light" panose="020B0302050302020203" pitchFamily="34" charset="0"/>
              </a:defRPr>
            </a:lvl1pPr>
          </a:lstStyle>
          <a:p>
            <a:pPr lvl="0"/>
            <a:r>
              <a:rPr lang="de-DE"/>
              <a:t>Datum | Vertraulichkeitsklasse: CONFIDENTIAL</a:t>
            </a:r>
          </a:p>
        </p:txBody>
      </p:sp>
      <p:sp>
        <p:nvSpPr>
          <p:cNvPr id="2" name="Title 1"/>
          <p:cNvSpPr>
            <a:spLocks noGrp="1"/>
          </p:cNvSpPr>
          <p:nvPr>
            <p:ph type="ctrTitle" hasCustomPrompt="1"/>
          </p:nvPr>
        </p:nvSpPr>
        <p:spPr bwMode="gray">
          <a:xfrm>
            <a:off x="406400" y="3748896"/>
            <a:ext cx="7904480" cy="1337578"/>
          </a:xfrm>
          <a:prstGeom prst="rect">
            <a:avLst/>
          </a:prstGeom>
          <a:solidFill>
            <a:schemeClr val="bg1">
              <a:alpha val="85000"/>
            </a:schemeClr>
          </a:solidFill>
        </p:spPr>
        <p:txBody>
          <a:bodyPr lIns="216000" tIns="108000" rIns="144000" bIns="144000" anchor="b" anchorCtr="0">
            <a:spAutoFit/>
          </a:bodyPr>
          <a:lstStyle>
            <a:lvl1pPr algn="l">
              <a:lnSpc>
                <a:spcPct val="120000"/>
              </a:lnSpc>
              <a:defRPr sz="3000">
                <a:solidFill>
                  <a:schemeClr val="accent5"/>
                </a:solidFill>
              </a:defRPr>
            </a:lvl1pPr>
          </a:lstStyle>
          <a:p>
            <a:r>
              <a:rPr lang="de-DE"/>
              <a:t>Titel mit Bildmotiv</a:t>
            </a:r>
            <a:br>
              <a:rPr lang="de-DE"/>
            </a:br>
            <a:r>
              <a:rPr lang="de-DE"/>
              <a:t>in VWAG </a:t>
            </a:r>
            <a:r>
              <a:rPr lang="de-DE" err="1"/>
              <a:t>TheSans</a:t>
            </a:r>
            <a:r>
              <a:rPr lang="de-DE"/>
              <a:t> fett 30 </a:t>
            </a:r>
            <a:r>
              <a:rPr lang="de-DE" err="1"/>
              <a:t>pt</a:t>
            </a:r>
            <a:endParaRPr lang="de-DE"/>
          </a:p>
        </p:txBody>
      </p:sp>
      <p:sp>
        <p:nvSpPr>
          <p:cNvPr id="3" name="Subtitle 2"/>
          <p:cNvSpPr>
            <a:spLocks noGrp="1"/>
          </p:cNvSpPr>
          <p:nvPr>
            <p:ph type="subTitle" idx="1" hasCustomPrompt="1"/>
          </p:nvPr>
        </p:nvSpPr>
        <p:spPr bwMode="gray">
          <a:xfrm>
            <a:off x="406400" y="5153305"/>
            <a:ext cx="7904480" cy="398652"/>
          </a:xfrm>
        </p:spPr>
        <p:txBody>
          <a:bodyPr lIns="216000"/>
          <a:lstStyle>
            <a:lvl1pPr marL="0" indent="0" algn="l" defTabSz="914377" rtl="0" eaLnBrk="1" latinLnBrk="0" hangingPunct="1">
              <a:lnSpc>
                <a:spcPct val="110000"/>
              </a:lnSpc>
              <a:spcBef>
                <a:spcPts val="0"/>
              </a:spcBef>
              <a:spcAft>
                <a:spcPts val="451"/>
              </a:spcAft>
              <a:buFont typeface="Arial" panose="020B0604020202020204" pitchFamily="34" charset="0"/>
              <a:buNone/>
              <a:defRPr lang="de-DE" sz="1400" b="1" kern="1200" cap="all" baseline="0" dirty="0">
                <a:solidFill>
                  <a:srgbClr val="004666"/>
                </a:solidFill>
                <a:latin typeface="+mn-lt"/>
                <a:ea typeface="+mn-ea"/>
                <a:cs typeface="+mn-cs"/>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de-DE"/>
              <a:t>Abteilung in VWAG </a:t>
            </a:r>
            <a:r>
              <a:rPr lang="de-DE" err="1"/>
              <a:t>TheSans</a:t>
            </a:r>
            <a:r>
              <a:rPr lang="de-DE"/>
              <a:t> 20 </a:t>
            </a:r>
            <a:r>
              <a:rPr lang="de-DE" err="1"/>
              <a:t>pt</a:t>
            </a:r>
            <a:endParaRPr lang="de-DE"/>
          </a:p>
        </p:txBody>
      </p:sp>
      <p:sp>
        <p:nvSpPr>
          <p:cNvPr id="9" name="Fußzeilenplatzhalter 1">
            <a:extLst>
              <a:ext uri="{FF2B5EF4-FFF2-40B4-BE49-F238E27FC236}">
                <a16:creationId xmlns:a16="http://schemas.microsoft.com/office/drawing/2014/main" id="{128D7F04-FF93-4D2D-A389-DE8A23C95EAC}"/>
              </a:ext>
            </a:extLst>
          </p:cNvPr>
          <p:cNvSpPr>
            <a:spLocks noGrp="1"/>
          </p:cNvSpPr>
          <p:nvPr>
            <p:ph type="ftr" sz="quarter" idx="3"/>
          </p:nvPr>
        </p:nvSpPr>
        <p:spPr>
          <a:xfrm>
            <a:off x="2807400" y="6648144"/>
            <a:ext cx="6577200" cy="90000"/>
          </a:xfrm>
          <a:prstGeom prst="rect">
            <a:avLst/>
          </a:prstGeom>
        </p:spPr>
        <p:txBody>
          <a:bodyPr vert="horz" lIns="91440" tIns="45720" rIns="91440" bIns="45720" rtlCol="0" anchor="ctr"/>
          <a:lstStyle>
            <a:lvl1pPr algn="ctr">
              <a:defRPr lang="de-DE" sz="800" kern="1200">
                <a:solidFill>
                  <a:srgbClr val="004666"/>
                </a:solidFill>
                <a:latin typeface="+mn-lt"/>
                <a:ea typeface="+mn-ea"/>
                <a:cs typeface="+mn-cs"/>
              </a:defRPr>
            </a:lvl1pPr>
          </a:lstStyle>
          <a:p>
            <a:r>
              <a:rPr lang="de-DE"/>
              <a:t>G  |  KSU-Klasse: 0.2 – 4 Jahre </a:t>
            </a:r>
          </a:p>
        </p:txBody>
      </p:sp>
      <p:sp>
        <p:nvSpPr>
          <p:cNvPr id="4" name="Datumsplatzhalter 3">
            <a:extLst>
              <a:ext uri="{FF2B5EF4-FFF2-40B4-BE49-F238E27FC236}">
                <a16:creationId xmlns:a16="http://schemas.microsoft.com/office/drawing/2014/main" id="{ECC8C23C-D32B-4D26-A15F-591CBF3A72FB}"/>
              </a:ext>
            </a:extLst>
          </p:cNvPr>
          <p:cNvSpPr>
            <a:spLocks noGrp="1"/>
          </p:cNvSpPr>
          <p:nvPr>
            <p:ph type="dt" sz="half" idx="17"/>
          </p:nvPr>
        </p:nvSpPr>
        <p:spPr/>
        <p:txBody>
          <a:bodyPr/>
          <a:lstStyle>
            <a:lvl1pPr>
              <a:defRPr>
                <a:solidFill>
                  <a:srgbClr val="004666"/>
                </a:solidFill>
              </a:defRPr>
            </a:lvl1pPr>
          </a:lstStyle>
          <a:p>
            <a:fld id="{6933F4EA-5CDF-4F9E-9C75-ABE0A1434C88}" type="datetime1">
              <a:rPr lang="de-DE" smtClean="0"/>
              <a:pPr/>
              <a:t>15.10.2026</a:t>
            </a:fld>
            <a:endParaRPr lang="de-DE"/>
          </a:p>
        </p:txBody>
      </p:sp>
      <p:sp>
        <p:nvSpPr>
          <p:cNvPr id="5" name="Foliennummernplatzhalter 4">
            <a:extLst>
              <a:ext uri="{FF2B5EF4-FFF2-40B4-BE49-F238E27FC236}">
                <a16:creationId xmlns:a16="http://schemas.microsoft.com/office/drawing/2014/main" id="{E535C40D-2346-4202-96B3-AF87635118F2}"/>
              </a:ext>
            </a:extLst>
          </p:cNvPr>
          <p:cNvSpPr>
            <a:spLocks noGrp="1"/>
          </p:cNvSpPr>
          <p:nvPr>
            <p:ph type="sldNum" sz="quarter" idx="18"/>
          </p:nvPr>
        </p:nvSpPr>
        <p:spPr/>
        <p:txBody>
          <a:bodyPr/>
          <a:lstStyle>
            <a:lvl1pPr>
              <a:defRPr>
                <a:solidFill>
                  <a:srgbClr val="004666"/>
                </a:solidFill>
              </a:defRPr>
            </a:lvl1pPr>
          </a:lstStyle>
          <a:p>
            <a:fld id="{2EA6AC58-99FC-40D1-8A10-4777F7BB7286}" type="slidenum">
              <a:rPr lang="de-DE" smtClean="0"/>
              <a:pPr/>
              <a:t>‹Nr.›</a:t>
            </a:fld>
            <a:endParaRPr lang="de-DE"/>
          </a:p>
        </p:txBody>
      </p:sp>
      <p:pic>
        <p:nvPicPr>
          <p:cNvPr id="7" name="Grafik 6">
            <a:extLst>
              <a:ext uri="{FF2B5EF4-FFF2-40B4-BE49-F238E27FC236}">
                <a16:creationId xmlns:a16="http://schemas.microsoft.com/office/drawing/2014/main" id="{35AB483F-B2A9-9D76-1357-E018B8F789E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72250" y="0"/>
            <a:ext cx="2306765" cy="907200"/>
          </a:xfrm>
          <a:prstGeom prst="rect">
            <a:avLst/>
          </a:prstGeom>
        </p:spPr>
      </p:pic>
    </p:spTree>
    <p:extLst>
      <p:ext uri="{BB962C8B-B14F-4D97-AF65-F5344CB8AC3E}">
        <p14:creationId xmlns:p14="http://schemas.microsoft.com/office/powerpoint/2010/main" val="2326423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EL (rechts)">
    <p:bg>
      <p:bgPr>
        <a:solidFill>
          <a:schemeClr val="bg1"/>
        </a:solidFill>
        <a:effectLst/>
      </p:bgPr>
    </p:bg>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013ECE31-DFDB-40C0-9060-42F7D7A3D01E}"/>
              </a:ext>
            </a:extLst>
          </p:cNvPr>
          <p:cNvSpPr/>
          <p:nvPr userDrawn="1"/>
        </p:nvSpPr>
        <p:spPr bwMode="gray">
          <a:xfrm>
            <a:off x="4083414" y="0"/>
            <a:ext cx="8108586"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err="1"/>
          </a:p>
        </p:txBody>
      </p:sp>
      <p:sp>
        <p:nvSpPr>
          <p:cNvPr id="12" name="Bildplatzhalter 4">
            <a:extLst>
              <a:ext uri="{FF2B5EF4-FFF2-40B4-BE49-F238E27FC236}">
                <a16:creationId xmlns:a16="http://schemas.microsoft.com/office/drawing/2014/main" id="{E62FE5C8-D95F-410A-8D9E-4B26A2E2DABA}"/>
              </a:ext>
            </a:extLst>
          </p:cNvPr>
          <p:cNvSpPr>
            <a:spLocks noGrp="1"/>
          </p:cNvSpPr>
          <p:nvPr>
            <p:ph type="pic" sz="quarter" idx="16" hasCustomPrompt="1"/>
          </p:nvPr>
        </p:nvSpPr>
        <p:spPr bwMode="gray">
          <a:xfrm>
            <a:off x="-20586" y="0"/>
            <a:ext cx="4104000" cy="6858000"/>
          </a:xfr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a:t>
            </a:r>
          </a:p>
        </p:txBody>
      </p:sp>
      <p:sp>
        <p:nvSpPr>
          <p:cNvPr id="2" name="Title 1"/>
          <p:cNvSpPr>
            <a:spLocks noGrp="1"/>
          </p:cNvSpPr>
          <p:nvPr>
            <p:ph type="ctrTitle" hasCustomPrompt="1"/>
          </p:nvPr>
        </p:nvSpPr>
        <p:spPr bwMode="gray">
          <a:xfrm>
            <a:off x="4601328" y="2388181"/>
            <a:ext cx="7181891" cy="1337578"/>
          </a:xfrm>
          <a:prstGeom prst="rect">
            <a:avLst/>
          </a:prstGeom>
          <a:noFill/>
        </p:spPr>
        <p:txBody>
          <a:bodyPr wrap="square" lIns="216000" tIns="108000" rIns="144000" bIns="144000" anchor="b" anchorCtr="0">
            <a:spAutoFit/>
          </a:bodyPr>
          <a:lstStyle>
            <a:lvl1pPr algn="l">
              <a:lnSpc>
                <a:spcPct val="120000"/>
              </a:lnSpc>
              <a:defRPr sz="3000">
                <a:solidFill>
                  <a:schemeClr val="bg1"/>
                </a:solidFill>
              </a:defRPr>
            </a:lvl1pPr>
          </a:lstStyle>
          <a:p>
            <a:r>
              <a:rPr lang="de-DE"/>
              <a:t>Titel mit Bildmotiv</a:t>
            </a:r>
            <a:br>
              <a:rPr lang="de-DE"/>
            </a:br>
            <a:r>
              <a:rPr lang="de-DE"/>
              <a:t>in VWAG </a:t>
            </a:r>
            <a:r>
              <a:rPr lang="de-DE" err="1"/>
              <a:t>TheSans</a:t>
            </a:r>
            <a:r>
              <a:rPr lang="de-DE"/>
              <a:t> fett 30 </a:t>
            </a:r>
            <a:r>
              <a:rPr lang="de-DE" err="1"/>
              <a:t>pt</a:t>
            </a:r>
            <a:endParaRPr lang="de-DE"/>
          </a:p>
        </p:txBody>
      </p:sp>
      <p:sp>
        <p:nvSpPr>
          <p:cNvPr id="3" name="Subtitle 2"/>
          <p:cNvSpPr>
            <a:spLocks noGrp="1"/>
          </p:cNvSpPr>
          <p:nvPr>
            <p:ph type="subTitle" idx="1" hasCustomPrompt="1"/>
          </p:nvPr>
        </p:nvSpPr>
        <p:spPr bwMode="gray">
          <a:xfrm>
            <a:off x="4601328" y="3792590"/>
            <a:ext cx="7181891" cy="398652"/>
          </a:xfrm>
        </p:spPr>
        <p:txBody>
          <a:bodyPr lIns="216000"/>
          <a:lstStyle>
            <a:lvl1pPr marL="0" indent="0" algn="l">
              <a:lnSpc>
                <a:spcPct val="120000"/>
              </a:lnSpc>
              <a:spcBef>
                <a:spcPts val="0"/>
              </a:spcBef>
              <a:spcAft>
                <a:spcPts val="0"/>
              </a:spcAft>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de-DE"/>
              <a:t>Abteilung in VWAG </a:t>
            </a:r>
            <a:r>
              <a:rPr lang="de-DE" err="1"/>
              <a:t>TheSans</a:t>
            </a:r>
            <a:r>
              <a:rPr lang="de-DE"/>
              <a:t> 20 </a:t>
            </a:r>
            <a:r>
              <a:rPr lang="de-DE" err="1"/>
              <a:t>pt</a:t>
            </a:r>
            <a:endParaRPr lang="de-DE"/>
          </a:p>
        </p:txBody>
      </p:sp>
      <p:sp>
        <p:nvSpPr>
          <p:cNvPr id="47" name="Textplatzhalter 46">
            <a:extLst>
              <a:ext uri="{FF2B5EF4-FFF2-40B4-BE49-F238E27FC236}">
                <a16:creationId xmlns:a16="http://schemas.microsoft.com/office/drawing/2014/main" id="{8E50E72A-D94D-4742-B222-12F7A6C8333B}"/>
              </a:ext>
            </a:extLst>
          </p:cNvPr>
          <p:cNvSpPr>
            <a:spLocks noGrp="1"/>
          </p:cNvSpPr>
          <p:nvPr>
            <p:ph type="body" sz="quarter" idx="13" hasCustomPrompt="1"/>
          </p:nvPr>
        </p:nvSpPr>
        <p:spPr bwMode="gray">
          <a:xfrm>
            <a:off x="4601334" y="4542468"/>
            <a:ext cx="4825153" cy="208472"/>
          </a:xfrm>
        </p:spPr>
        <p:txBody>
          <a:bodyPr lIns="216000"/>
          <a:lstStyle>
            <a:lvl1pPr marL="0" indent="0">
              <a:buNone/>
              <a:defRPr>
                <a:solidFill>
                  <a:schemeClr val="bg1"/>
                </a:solidFill>
                <a:latin typeface="VWAG TheSans Light" panose="020B0302050302020203" pitchFamily="34" charset="0"/>
              </a:defRPr>
            </a:lvl1pPr>
          </a:lstStyle>
          <a:p>
            <a:pPr lvl="0"/>
            <a:r>
              <a:rPr lang="de-DE"/>
              <a:t>Datum | Vertraulichkeitsklasse: CONFIDENTIAL</a:t>
            </a:r>
          </a:p>
        </p:txBody>
      </p:sp>
      <p:sp>
        <p:nvSpPr>
          <p:cNvPr id="4" name="Datumsplatzhalter 3">
            <a:extLst>
              <a:ext uri="{FF2B5EF4-FFF2-40B4-BE49-F238E27FC236}">
                <a16:creationId xmlns:a16="http://schemas.microsoft.com/office/drawing/2014/main" id="{04BEE421-312C-450A-93FA-F89A0415DF48}"/>
              </a:ext>
            </a:extLst>
          </p:cNvPr>
          <p:cNvSpPr>
            <a:spLocks noGrp="1"/>
          </p:cNvSpPr>
          <p:nvPr>
            <p:ph type="dt" sz="half" idx="17"/>
          </p:nvPr>
        </p:nvSpPr>
        <p:spPr/>
        <p:txBody>
          <a:bodyPr/>
          <a:lstStyle>
            <a:lvl1pPr>
              <a:defRPr>
                <a:solidFill>
                  <a:schemeClr val="bg1"/>
                </a:solidFill>
              </a:defRPr>
            </a:lvl1pPr>
          </a:lstStyle>
          <a:p>
            <a:fld id="{34C014E5-CF88-4452-9995-77F6B041187B}" type="datetime1">
              <a:rPr lang="de-DE" smtClean="0"/>
              <a:t>15.10.2026</a:t>
            </a:fld>
            <a:endParaRPr lang="de-DE"/>
          </a:p>
        </p:txBody>
      </p:sp>
      <p:sp>
        <p:nvSpPr>
          <p:cNvPr id="5" name="Foliennummernplatzhalter 4">
            <a:extLst>
              <a:ext uri="{FF2B5EF4-FFF2-40B4-BE49-F238E27FC236}">
                <a16:creationId xmlns:a16="http://schemas.microsoft.com/office/drawing/2014/main" id="{3EC6F447-F68E-4974-9637-CC767FB3EDD0}"/>
              </a:ext>
            </a:extLst>
          </p:cNvPr>
          <p:cNvSpPr>
            <a:spLocks noGrp="1"/>
          </p:cNvSpPr>
          <p:nvPr>
            <p:ph type="sldNum" sz="quarter" idx="18"/>
          </p:nvPr>
        </p:nvSpPr>
        <p:spPr/>
        <p:txBody>
          <a:bodyPr/>
          <a:lstStyle>
            <a:lvl1pPr>
              <a:defRPr>
                <a:solidFill>
                  <a:schemeClr val="bg1"/>
                </a:solidFill>
              </a:defRPr>
            </a:lvl1pPr>
          </a:lstStyle>
          <a:p>
            <a:fld id="{2EA6AC58-99FC-40D1-8A10-4777F7BB7286}" type="slidenum">
              <a:rPr lang="de-DE" smtClean="0"/>
              <a:pPr/>
              <a:t>‹Nr.›</a:t>
            </a:fld>
            <a:endParaRPr lang="de-DE"/>
          </a:p>
        </p:txBody>
      </p:sp>
      <p:sp>
        <p:nvSpPr>
          <p:cNvPr id="7" name="Fußzeilenplatzhalter 1">
            <a:extLst>
              <a:ext uri="{FF2B5EF4-FFF2-40B4-BE49-F238E27FC236}">
                <a16:creationId xmlns:a16="http://schemas.microsoft.com/office/drawing/2014/main" id="{961B6657-C6AE-8DBB-93B9-9CB68DE614A9}"/>
              </a:ext>
            </a:extLst>
          </p:cNvPr>
          <p:cNvSpPr>
            <a:spLocks noGrp="1"/>
          </p:cNvSpPr>
          <p:nvPr>
            <p:ph type="ftr" sz="quarter" idx="3"/>
          </p:nvPr>
        </p:nvSpPr>
        <p:spPr>
          <a:xfrm>
            <a:off x="2807400" y="6648144"/>
            <a:ext cx="6577200" cy="90000"/>
          </a:xfrm>
          <a:prstGeom prst="rect">
            <a:avLst/>
          </a:prstGeom>
        </p:spPr>
        <p:txBody>
          <a:bodyPr vert="horz" lIns="91440" tIns="45720" rIns="91440" bIns="45720" rtlCol="0" anchor="ctr"/>
          <a:lstStyle>
            <a:lvl1pPr algn="ctr">
              <a:defRPr lang="de-DE" sz="800" kern="1200">
                <a:solidFill>
                  <a:schemeClr val="bg1"/>
                </a:solidFill>
                <a:latin typeface="+mn-lt"/>
                <a:ea typeface="+mn-ea"/>
                <a:cs typeface="+mn-cs"/>
              </a:defRPr>
            </a:lvl1pPr>
          </a:lstStyle>
          <a:p>
            <a:r>
              <a:rPr lang="de-DE"/>
              <a:t>G  |  KSU-Klasse: 0.2 – 4 Jahre </a:t>
            </a:r>
          </a:p>
        </p:txBody>
      </p:sp>
      <p:pic>
        <p:nvPicPr>
          <p:cNvPr id="8" name="Grafik 7">
            <a:extLst>
              <a:ext uri="{FF2B5EF4-FFF2-40B4-BE49-F238E27FC236}">
                <a16:creationId xmlns:a16="http://schemas.microsoft.com/office/drawing/2014/main" id="{0FA92C54-4BB7-9205-73EA-08C34B89006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72250" y="0"/>
            <a:ext cx="2306765" cy="907200"/>
          </a:xfrm>
          <a:prstGeom prst="rect">
            <a:avLst/>
          </a:prstGeom>
        </p:spPr>
      </p:pic>
    </p:spTree>
    <p:extLst>
      <p:ext uri="{BB962C8B-B14F-4D97-AF65-F5344CB8AC3E}">
        <p14:creationId xmlns:p14="http://schemas.microsoft.com/office/powerpoint/2010/main" val="2787019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EL (rechts &amp; transparent)">
    <p:bg>
      <p:bgPr>
        <a:solidFill>
          <a:schemeClr val="bg1"/>
        </a:solidFill>
        <a:effectLst/>
      </p:bgPr>
    </p:bg>
    <p:spTree>
      <p:nvGrpSpPr>
        <p:cNvPr id="1" name=""/>
        <p:cNvGrpSpPr/>
        <p:nvPr/>
      </p:nvGrpSpPr>
      <p:grpSpPr>
        <a:xfrm>
          <a:off x="0" y="0"/>
          <a:ext cx="0" cy="0"/>
          <a:chOff x="0" y="0"/>
          <a:chExt cx="0" cy="0"/>
        </a:xfrm>
      </p:grpSpPr>
      <p:sp>
        <p:nvSpPr>
          <p:cNvPr id="12" name="Bildplatzhalter 4">
            <a:extLst>
              <a:ext uri="{FF2B5EF4-FFF2-40B4-BE49-F238E27FC236}">
                <a16:creationId xmlns:a16="http://schemas.microsoft.com/office/drawing/2014/main" id="{E62FE5C8-D95F-410A-8D9E-4B26A2E2DABA}"/>
              </a:ext>
            </a:extLst>
          </p:cNvPr>
          <p:cNvSpPr>
            <a:spLocks noGrp="1"/>
          </p:cNvSpPr>
          <p:nvPr>
            <p:ph type="pic" sz="quarter" idx="16" hasCustomPrompt="1"/>
          </p:nvPr>
        </p:nvSpPr>
        <p:spPr bwMode="gray">
          <a:xfrm>
            <a:off x="-20585" y="0"/>
            <a:ext cx="12212585" cy="6858000"/>
          </a:xfr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a:t>
            </a:r>
          </a:p>
        </p:txBody>
      </p:sp>
      <p:sp>
        <p:nvSpPr>
          <p:cNvPr id="13" name="Rechteck 12">
            <a:extLst>
              <a:ext uri="{FF2B5EF4-FFF2-40B4-BE49-F238E27FC236}">
                <a16:creationId xmlns:a16="http://schemas.microsoft.com/office/drawing/2014/main" id="{013ECE31-DFDB-40C0-9060-42F7D7A3D01E}"/>
              </a:ext>
            </a:extLst>
          </p:cNvPr>
          <p:cNvSpPr/>
          <p:nvPr userDrawn="1"/>
        </p:nvSpPr>
        <p:spPr bwMode="gray">
          <a:xfrm>
            <a:off x="4083414" y="0"/>
            <a:ext cx="8108586" cy="6858000"/>
          </a:xfrm>
          <a:prstGeom prst="rect">
            <a:avLst/>
          </a:prstGeom>
          <a:solidFill>
            <a:schemeClr val="accent5">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err="1"/>
          </a:p>
        </p:txBody>
      </p:sp>
      <p:sp>
        <p:nvSpPr>
          <p:cNvPr id="2" name="Title 1"/>
          <p:cNvSpPr>
            <a:spLocks noGrp="1"/>
          </p:cNvSpPr>
          <p:nvPr>
            <p:ph type="ctrTitle" hasCustomPrompt="1"/>
          </p:nvPr>
        </p:nvSpPr>
        <p:spPr bwMode="gray">
          <a:xfrm>
            <a:off x="4601328" y="2388181"/>
            <a:ext cx="7181891" cy="1337578"/>
          </a:xfrm>
          <a:prstGeom prst="rect">
            <a:avLst/>
          </a:prstGeom>
          <a:noFill/>
        </p:spPr>
        <p:txBody>
          <a:bodyPr wrap="square" lIns="216000" tIns="108000" rIns="144000" bIns="144000" anchor="b" anchorCtr="0">
            <a:spAutoFit/>
          </a:bodyPr>
          <a:lstStyle>
            <a:lvl1pPr algn="l">
              <a:lnSpc>
                <a:spcPct val="120000"/>
              </a:lnSpc>
              <a:defRPr sz="3000">
                <a:solidFill>
                  <a:schemeClr val="bg1"/>
                </a:solidFill>
              </a:defRPr>
            </a:lvl1pPr>
          </a:lstStyle>
          <a:p>
            <a:r>
              <a:rPr lang="de-DE"/>
              <a:t>Titel mit Bildmotiv</a:t>
            </a:r>
            <a:br>
              <a:rPr lang="de-DE"/>
            </a:br>
            <a:r>
              <a:rPr lang="de-DE"/>
              <a:t>in VWAG </a:t>
            </a:r>
            <a:r>
              <a:rPr lang="de-DE" err="1"/>
              <a:t>TheSans</a:t>
            </a:r>
            <a:r>
              <a:rPr lang="de-DE"/>
              <a:t> fett 30 </a:t>
            </a:r>
            <a:r>
              <a:rPr lang="de-DE" err="1"/>
              <a:t>pt</a:t>
            </a:r>
            <a:endParaRPr lang="de-DE"/>
          </a:p>
        </p:txBody>
      </p:sp>
      <p:sp>
        <p:nvSpPr>
          <p:cNvPr id="3" name="Subtitle 2"/>
          <p:cNvSpPr>
            <a:spLocks noGrp="1"/>
          </p:cNvSpPr>
          <p:nvPr>
            <p:ph type="subTitle" idx="1" hasCustomPrompt="1"/>
          </p:nvPr>
        </p:nvSpPr>
        <p:spPr bwMode="gray">
          <a:xfrm>
            <a:off x="4601328" y="3792590"/>
            <a:ext cx="7181891" cy="398652"/>
          </a:xfrm>
        </p:spPr>
        <p:txBody>
          <a:bodyPr lIns="216000"/>
          <a:lstStyle>
            <a:lvl1pPr marL="0" indent="0" algn="l">
              <a:lnSpc>
                <a:spcPct val="120000"/>
              </a:lnSpc>
              <a:spcBef>
                <a:spcPts val="0"/>
              </a:spcBef>
              <a:spcAft>
                <a:spcPts val="0"/>
              </a:spcAft>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de-DE"/>
              <a:t>Abteilung in VWAG </a:t>
            </a:r>
            <a:r>
              <a:rPr lang="de-DE" err="1"/>
              <a:t>TheSans</a:t>
            </a:r>
            <a:r>
              <a:rPr lang="de-DE"/>
              <a:t> 20 </a:t>
            </a:r>
            <a:r>
              <a:rPr lang="de-DE" err="1"/>
              <a:t>pt</a:t>
            </a:r>
            <a:endParaRPr lang="de-DE"/>
          </a:p>
        </p:txBody>
      </p:sp>
      <p:sp>
        <p:nvSpPr>
          <p:cNvPr id="47" name="Textplatzhalter 46">
            <a:extLst>
              <a:ext uri="{FF2B5EF4-FFF2-40B4-BE49-F238E27FC236}">
                <a16:creationId xmlns:a16="http://schemas.microsoft.com/office/drawing/2014/main" id="{8E50E72A-D94D-4742-B222-12F7A6C8333B}"/>
              </a:ext>
            </a:extLst>
          </p:cNvPr>
          <p:cNvSpPr>
            <a:spLocks noGrp="1"/>
          </p:cNvSpPr>
          <p:nvPr>
            <p:ph type="body" sz="quarter" idx="13" hasCustomPrompt="1"/>
          </p:nvPr>
        </p:nvSpPr>
        <p:spPr bwMode="gray">
          <a:xfrm>
            <a:off x="4601334" y="4542468"/>
            <a:ext cx="4825153" cy="208472"/>
          </a:xfrm>
        </p:spPr>
        <p:txBody>
          <a:bodyPr lIns="216000"/>
          <a:lstStyle>
            <a:lvl1pPr marL="0" indent="0">
              <a:buNone/>
              <a:defRPr>
                <a:solidFill>
                  <a:schemeClr val="bg1"/>
                </a:solidFill>
                <a:latin typeface="VWAG TheSans Light" panose="020B0302050302020203" pitchFamily="34" charset="0"/>
              </a:defRPr>
            </a:lvl1pPr>
          </a:lstStyle>
          <a:p>
            <a:pPr lvl="0"/>
            <a:r>
              <a:rPr lang="de-DE"/>
              <a:t>Datum | Vertraulichkeitsklasse: CONFIDENTIAL</a:t>
            </a:r>
          </a:p>
        </p:txBody>
      </p:sp>
      <p:sp>
        <p:nvSpPr>
          <p:cNvPr id="5" name="Datumsplatzhalter 4">
            <a:extLst>
              <a:ext uri="{FF2B5EF4-FFF2-40B4-BE49-F238E27FC236}">
                <a16:creationId xmlns:a16="http://schemas.microsoft.com/office/drawing/2014/main" id="{D6DD1485-FFE6-4396-B593-306A57F67131}"/>
              </a:ext>
            </a:extLst>
          </p:cNvPr>
          <p:cNvSpPr>
            <a:spLocks noGrp="1"/>
          </p:cNvSpPr>
          <p:nvPr>
            <p:ph type="dt" sz="half" idx="14"/>
          </p:nvPr>
        </p:nvSpPr>
        <p:spPr bwMode="gray"/>
        <p:txBody>
          <a:bodyPr/>
          <a:lstStyle>
            <a:lvl1pPr>
              <a:defRPr>
                <a:solidFill>
                  <a:schemeClr val="bg1"/>
                </a:solidFill>
              </a:defRPr>
            </a:lvl1pPr>
          </a:lstStyle>
          <a:p>
            <a:fld id="{ACCBCC00-17EF-4D4D-834C-E1973BE64379}" type="datetime1">
              <a:rPr lang="de-DE" smtClean="0"/>
              <a:t>15.10.2026</a:t>
            </a:fld>
            <a:endParaRPr lang="de-DE"/>
          </a:p>
        </p:txBody>
      </p:sp>
      <p:sp>
        <p:nvSpPr>
          <p:cNvPr id="6" name="Foliennummernplatzhalter 5">
            <a:extLst>
              <a:ext uri="{FF2B5EF4-FFF2-40B4-BE49-F238E27FC236}">
                <a16:creationId xmlns:a16="http://schemas.microsoft.com/office/drawing/2014/main" id="{79210896-5EEC-4D62-9F79-41905E4E62DC}"/>
              </a:ext>
            </a:extLst>
          </p:cNvPr>
          <p:cNvSpPr>
            <a:spLocks noGrp="1"/>
          </p:cNvSpPr>
          <p:nvPr>
            <p:ph type="sldNum" sz="quarter" idx="15"/>
          </p:nvPr>
        </p:nvSpPr>
        <p:spPr bwMode="gray"/>
        <p:txBody>
          <a:bodyPr/>
          <a:lstStyle>
            <a:lvl1pPr>
              <a:defRPr>
                <a:solidFill>
                  <a:schemeClr val="bg1"/>
                </a:solidFill>
              </a:defRPr>
            </a:lvl1pPr>
          </a:lstStyle>
          <a:p>
            <a:fld id="{2EA6AC58-99FC-40D1-8A10-4777F7BB7286}" type="slidenum">
              <a:rPr lang="de-DE" smtClean="0"/>
              <a:pPr/>
              <a:t>‹Nr.›</a:t>
            </a:fld>
            <a:endParaRPr lang="de-DE"/>
          </a:p>
        </p:txBody>
      </p:sp>
      <p:sp>
        <p:nvSpPr>
          <p:cNvPr id="7" name="Fußzeilenplatzhalter 1">
            <a:extLst>
              <a:ext uri="{FF2B5EF4-FFF2-40B4-BE49-F238E27FC236}">
                <a16:creationId xmlns:a16="http://schemas.microsoft.com/office/drawing/2014/main" id="{7DE6F621-D04B-DAC8-6D7C-0BD1DDD9683F}"/>
              </a:ext>
            </a:extLst>
          </p:cNvPr>
          <p:cNvSpPr>
            <a:spLocks noGrp="1"/>
          </p:cNvSpPr>
          <p:nvPr>
            <p:ph type="ftr" sz="quarter" idx="3"/>
          </p:nvPr>
        </p:nvSpPr>
        <p:spPr>
          <a:xfrm>
            <a:off x="2807400" y="6648144"/>
            <a:ext cx="6577200" cy="90000"/>
          </a:xfrm>
          <a:prstGeom prst="rect">
            <a:avLst/>
          </a:prstGeom>
        </p:spPr>
        <p:txBody>
          <a:bodyPr vert="horz" lIns="91440" tIns="45720" rIns="91440" bIns="45720" rtlCol="0" anchor="ctr"/>
          <a:lstStyle>
            <a:lvl1pPr algn="ctr">
              <a:defRPr lang="de-DE" sz="800" kern="1200">
                <a:solidFill>
                  <a:schemeClr val="bg1"/>
                </a:solidFill>
                <a:latin typeface="+mn-lt"/>
                <a:ea typeface="+mn-ea"/>
                <a:cs typeface="+mn-cs"/>
              </a:defRPr>
            </a:lvl1pPr>
          </a:lstStyle>
          <a:p>
            <a:r>
              <a:rPr lang="de-DE"/>
              <a:t>G  |  KSU-Klasse: 0.2 – 4 Jahre </a:t>
            </a:r>
          </a:p>
        </p:txBody>
      </p:sp>
      <p:pic>
        <p:nvPicPr>
          <p:cNvPr id="8" name="Grafik 7">
            <a:extLst>
              <a:ext uri="{FF2B5EF4-FFF2-40B4-BE49-F238E27FC236}">
                <a16:creationId xmlns:a16="http://schemas.microsoft.com/office/drawing/2014/main" id="{746FE7E0-85CA-08C9-F86C-977E52830B0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72250" y="0"/>
            <a:ext cx="2306765" cy="907200"/>
          </a:xfrm>
          <a:prstGeom prst="rect">
            <a:avLst/>
          </a:prstGeom>
        </p:spPr>
      </p:pic>
    </p:spTree>
    <p:extLst>
      <p:ext uri="{BB962C8B-B14F-4D97-AF65-F5344CB8AC3E}">
        <p14:creationId xmlns:p14="http://schemas.microsoft.com/office/powerpoint/2010/main" val="2074371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AGENDA 1-4">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C8BB40FA-A6DF-412F-A3FF-CE1F1D66B907}"/>
              </a:ext>
            </a:extLst>
          </p:cNvPr>
          <p:cNvSpPr>
            <a:spLocks noGrp="1"/>
          </p:cNvSpPr>
          <p:nvPr userDrawn="1">
            <p:ph type="pic" sz="quarter" idx="17"/>
          </p:nvPr>
        </p:nvSpPr>
        <p:spPr>
          <a:xfrm>
            <a:off x="406692" y="2482850"/>
            <a:ext cx="29088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2" name="Textplatzhalter 31">
            <a:extLst>
              <a:ext uri="{FF2B5EF4-FFF2-40B4-BE49-F238E27FC236}">
                <a16:creationId xmlns:a16="http://schemas.microsoft.com/office/drawing/2014/main" id="{7B5BAE1A-5A96-4F30-9D45-13EEDA26AA05}"/>
              </a:ext>
            </a:extLst>
          </p:cNvPr>
          <p:cNvSpPr>
            <a:spLocks noGrp="1"/>
          </p:cNvSpPr>
          <p:nvPr>
            <p:ph type="body" sz="quarter" idx="25" hasCustomPrompt="1"/>
          </p:nvPr>
        </p:nvSpPr>
        <p:spPr bwMode="gray">
          <a:xfrm>
            <a:off x="2221800" y="3297239"/>
            <a:ext cx="1093691" cy="830262"/>
          </a:xfrm>
        </p:spPr>
        <p:txBody>
          <a:bodyPr rIns="108000"/>
          <a:lstStyle>
            <a:lvl1pPr marL="0" indent="0" algn="r" defTabSz="914400" rtl="0" eaLnBrk="1" latinLnBrk="0" hangingPunct="1">
              <a:lnSpc>
                <a:spcPct val="110000"/>
              </a:lnSpc>
              <a:spcAft>
                <a:spcPts val="450"/>
              </a:spcAft>
              <a:buNone/>
              <a:defRPr lang="de-DE" sz="6600" b="1" kern="1200" dirty="0" smtClean="0">
                <a:solidFill>
                  <a:schemeClr val="bg1"/>
                </a:solidFill>
                <a:latin typeface="+mn-lt"/>
                <a:ea typeface="+mn-ea"/>
                <a:cs typeface="+mn-cs"/>
              </a:defRPr>
            </a:lvl1pPr>
          </a:lstStyle>
          <a:p>
            <a:pPr lvl="0"/>
            <a:r>
              <a:rPr lang="de-DE" err="1"/>
              <a:t>Nr</a:t>
            </a:r>
            <a:endParaRPr lang="de-DE"/>
          </a:p>
        </p:txBody>
      </p:sp>
      <p:sp>
        <p:nvSpPr>
          <p:cNvPr id="23" name="Textplatzhalter 22">
            <a:extLst>
              <a:ext uri="{FF2B5EF4-FFF2-40B4-BE49-F238E27FC236}">
                <a16:creationId xmlns:a16="http://schemas.microsoft.com/office/drawing/2014/main" id="{9554B3B8-7CE1-424C-BAC3-7908386D744B}"/>
              </a:ext>
            </a:extLst>
          </p:cNvPr>
          <p:cNvSpPr>
            <a:spLocks noGrp="1"/>
          </p:cNvSpPr>
          <p:nvPr>
            <p:ph type="body" sz="quarter" idx="21"/>
          </p:nvPr>
        </p:nvSpPr>
        <p:spPr>
          <a:xfrm>
            <a:off x="406692" y="4278313"/>
            <a:ext cx="2908800" cy="554037"/>
          </a:xfrm>
        </p:spPr>
        <p:txBody>
          <a:bodyPr rIns="180000"/>
          <a:lstStyle>
            <a:lvl1pPr marL="0" indent="0" algn="l" defTabSz="914400" rtl="0" eaLnBrk="1" latinLnBrk="0" hangingPunct="1">
              <a:lnSpc>
                <a:spcPct val="100000"/>
              </a:lnSpc>
              <a:spcAft>
                <a:spcPts val="0"/>
              </a:spcAft>
              <a:buNone/>
              <a:defRPr lang="de-DE" sz="1800" kern="1200" dirty="0" smtClean="0">
                <a:solidFill>
                  <a:schemeClr val="accent5"/>
                </a:solidFill>
                <a:latin typeface="+mn-lt"/>
                <a:ea typeface="+mn-ea"/>
                <a:cs typeface="+mn-cs"/>
              </a:defRPr>
            </a:lvl1pPr>
            <a:lvl2pPr marL="179995" indent="0">
              <a:lnSpc>
                <a:spcPct val="100000"/>
              </a:lnSpc>
              <a:spcAft>
                <a:spcPts val="0"/>
              </a:spcAft>
              <a:buNone/>
              <a:defRPr>
                <a:latin typeface="+mn-lt"/>
              </a:defRPr>
            </a:lvl2pPr>
          </a:lstStyle>
          <a:p>
            <a:pPr lvl="0"/>
            <a:r>
              <a:rPr lang="de-DE"/>
              <a:t>Mastertextformat bearbeiten</a:t>
            </a:r>
          </a:p>
          <a:p>
            <a:pPr lvl="1"/>
            <a:endParaRPr lang="en-GB"/>
          </a:p>
        </p:txBody>
      </p:sp>
      <p:sp>
        <p:nvSpPr>
          <p:cNvPr id="20" name="Bildplatzhalter 2">
            <a:extLst>
              <a:ext uri="{FF2B5EF4-FFF2-40B4-BE49-F238E27FC236}">
                <a16:creationId xmlns:a16="http://schemas.microsoft.com/office/drawing/2014/main" id="{52285863-34F3-4037-9257-79FAA6F7896F}"/>
              </a:ext>
            </a:extLst>
          </p:cNvPr>
          <p:cNvSpPr>
            <a:spLocks noGrp="1"/>
          </p:cNvSpPr>
          <p:nvPr userDrawn="1">
            <p:ph type="pic" sz="quarter" idx="18"/>
          </p:nvPr>
        </p:nvSpPr>
        <p:spPr bwMode="gray">
          <a:xfrm>
            <a:off x="3365732" y="2482850"/>
            <a:ext cx="29088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21" name="Bildplatzhalter 2">
            <a:extLst>
              <a:ext uri="{FF2B5EF4-FFF2-40B4-BE49-F238E27FC236}">
                <a16:creationId xmlns:a16="http://schemas.microsoft.com/office/drawing/2014/main" id="{2D6A6987-98E5-4948-98FF-378A0F0F28A8}"/>
              </a:ext>
            </a:extLst>
          </p:cNvPr>
          <p:cNvSpPr>
            <a:spLocks noGrp="1"/>
          </p:cNvSpPr>
          <p:nvPr userDrawn="1">
            <p:ph type="pic" sz="quarter" idx="19"/>
          </p:nvPr>
        </p:nvSpPr>
        <p:spPr bwMode="gray">
          <a:xfrm>
            <a:off x="6324771" y="2482850"/>
            <a:ext cx="29088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22" name="Bildplatzhalter 2">
            <a:extLst>
              <a:ext uri="{FF2B5EF4-FFF2-40B4-BE49-F238E27FC236}">
                <a16:creationId xmlns:a16="http://schemas.microsoft.com/office/drawing/2014/main" id="{9D56671A-53C6-4AE1-93BA-031DDCADD369}"/>
              </a:ext>
            </a:extLst>
          </p:cNvPr>
          <p:cNvSpPr>
            <a:spLocks noGrp="1"/>
          </p:cNvSpPr>
          <p:nvPr>
            <p:ph type="pic" sz="quarter" idx="20"/>
          </p:nvPr>
        </p:nvSpPr>
        <p:spPr bwMode="gray">
          <a:xfrm>
            <a:off x="9283811" y="2482850"/>
            <a:ext cx="29088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24" name="Textplatzhalter 22">
            <a:extLst>
              <a:ext uri="{FF2B5EF4-FFF2-40B4-BE49-F238E27FC236}">
                <a16:creationId xmlns:a16="http://schemas.microsoft.com/office/drawing/2014/main" id="{1D1B1D0F-ECC5-4D3E-8CA2-DA7D653BBB30}"/>
              </a:ext>
            </a:extLst>
          </p:cNvPr>
          <p:cNvSpPr>
            <a:spLocks noGrp="1"/>
          </p:cNvSpPr>
          <p:nvPr>
            <p:ph type="body" sz="quarter" idx="22"/>
          </p:nvPr>
        </p:nvSpPr>
        <p:spPr>
          <a:xfrm>
            <a:off x="3365732" y="4278313"/>
            <a:ext cx="2908800" cy="554037"/>
          </a:xfrm>
        </p:spPr>
        <p:txBody>
          <a:bodyPr rIns="180000"/>
          <a:lstStyle>
            <a:lvl1pPr marL="0" indent="0" algn="l" defTabSz="914400" rtl="0" eaLnBrk="1" latinLnBrk="0" hangingPunct="1">
              <a:lnSpc>
                <a:spcPct val="100000"/>
              </a:lnSpc>
              <a:spcAft>
                <a:spcPts val="0"/>
              </a:spcAft>
              <a:buNone/>
              <a:defRPr lang="de-DE" sz="1800" kern="1200" dirty="0" smtClean="0">
                <a:solidFill>
                  <a:schemeClr val="accent5"/>
                </a:solidFill>
                <a:latin typeface="+mn-lt"/>
                <a:ea typeface="+mn-ea"/>
                <a:cs typeface="+mn-cs"/>
              </a:defRPr>
            </a:lvl1pPr>
            <a:lvl2pPr marL="179995" indent="0">
              <a:lnSpc>
                <a:spcPct val="100000"/>
              </a:lnSpc>
              <a:spcAft>
                <a:spcPts val="0"/>
              </a:spcAft>
              <a:buNone/>
              <a:defRPr/>
            </a:lvl2pPr>
          </a:lstStyle>
          <a:p>
            <a:pPr lvl="0"/>
            <a:r>
              <a:rPr lang="de-DE"/>
              <a:t>Mastertextformat bearbeiten</a:t>
            </a:r>
          </a:p>
        </p:txBody>
      </p:sp>
      <p:sp>
        <p:nvSpPr>
          <p:cNvPr id="25" name="Textplatzhalter 22">
            <a:extLst>
              <a:ext uri="{FF2B5EF4-FFF2-40B4-BE49-F238E27FC236}">
                <a16:creationId xmlns:a16="http://schemas.microsoft.com/office/drawing/2014/main" id="{5F02849C-D055-4B3B-8D5F-35C92133BD1C}"/>
              </a:ext>
            </a:extLst>
          </p:cNvPr>
          <p:cNvSpPr>
            <a:spLocks noGrp="1"/>
          </p:cNvSpPr>
          <p:nvPr>
            <p:ph type="body" sz="quarter" idx="23"/>
          </p:nvPr>
        </p:nvSpPr>
        <p:spPr>
          <a:xfrm>
            <a:off x="6324771" y="4278313"/>
            <a:ext cx="2908800" cy="554037"/>
          </a:xfrm>
        </p:spPr>
        <p:txBody>
          <a:bodyPr rIns="180000"/>
          <a:lstStyle>
            <a:lvl1pPr marL="0" indent="0" algn="l" defTabSz="914400" rtl="0" eaLnBrk="1" latinLnBrk="0" hangingPunct="1">
              <a:lnSpc>
                <a:spcPct val="100000"/>
              </a:lnSpc>
              <a:spcAft>
                <a:spcPts val="0"/>
              </a:spcAft>
              <a:buNone/>
              <a:defRPr lang="de-DE" sz="1800" kern="1200" dirty="0" smtClean="0">
                <a:solidFill>
                  <a:schemeClr val="accent5"/>
                </a:solidFill>
                <a:latin typeface="+mn-lt"/>
                <a:ea typeface="+mn-ea"/>
                <a:cs typeface="+mn-cs"/>
              </a:defRPr>
            </a:lvl1pPr>
            <a:lvl2pPr marL="179995" indent="0">
              <a:lnSpc>
                <a:spcPct val="100000"/>
              </a:lnSpc>
              <a:spcAft>
                <a:spcPts val="0"/>
              </a:spcAft>
              <a:buNone/>
              <a:defRPr>
                <a:latin typeface="+mn-lt"/>
              </a:defRPr>
            </a:lvl2pPr>
          </a:lstStyle>
          <a:p>
            <a:pPr lvl="0"/>
            <a:r>
              <a:rPr lang="de-DE"/>
              <a:t>Mastertextformat bearbeiten</a:t>
            </a:r>
          </a:p>
          <a:p>
            <a:pPr lvl="1"/>
            <a:endParaRPr lang="en-GB"/>
          </a:p>
        </p:txBody>
      </p:sp>
      <p:sp>
        <p:nvSpPr>
          <p:cNvPr id="26" name="Textplatzhalter 22">
            <a:extLst>
              <a:ext uri="{FF2B5EF4-FFF2-40B4-BE49-F238E27FC236}">
                <a16:creationId xmlns:a16="http://schemas.microsoft.com/office/drawing/2014/main" id="{30B59DB7-127D-4C99-9A62-E82E28F31793}"/>
              </a:ext>
            </a:extLst>
          </p:cNvPr>
          <p:cNvSpPr>
            <a:spLocks noGrp="1"/>
          </p:cNvSpPr>
          <p:nvPr>
            <p:ph type="body" sz="quarter" idx="24"/>
          </p:nvPr>
        </p:nvSpPr>
        <p:spPr>
          <a:xfrm>
            <a:off x="9283811" y="4278313"/>
            <a:ext cx="2908800" cy="554037"/>
          </a:xfrm>
        </p:spPr>
        <p:txBody>
          <a:bodyPr rIns="180000"/>
          <a:lstStyle>
            <a:lvl1pPr marL="0" indent="0" algn="l" defTabSz="914400" rtl="0" eaLnBrk="1" latinLnBrk="0" hangingPunct="1">
              <a:lnSpc>
                <a:spcPct val="100000"/>
              </a:lnSpc>
              <a:spcAft>
                <a:spcPts val="0"/>
              </a:spcAft>
              <a:buNone/>
              <a:defRPr lang="de-DE" sz="1800" kern="1200" dirty="0" smtClean="0">
                <a:solidFill>
                  <a:schemeClr val="accent5"/>
                </a:solidFill>
                <a:latin typeface="+mn-lt"/>
                <a:ea typeface="+mn-ea"/>
                <a:cs typeface="+mn-cs"/>
              </a:defRPr>
            </a:lvl1pPr>
            <a:lvl2pPr marL="179995" indent="0">
              <a:lnSpc>
                <a:spcPct val="100000"/>
              </a:lnSpc>
              <a:spcAft>
                <a:spcPts val="0"/>
              </a:spcAft>
              <a:buNone/>
              <a:defRPr/>
            </a:lvl2pPr>
          </a:lstStyle>
          <a:p>
            <a:pPr lvl="0"/>
            <a:r>
              <a:rPr lang="de-DE"/>
              <a:t>Mastertextformat bearbeiten</a:t>
            </a:r>
          </a:p>
        </p:txBody>
      </p:sp>
      <p:sp>
        <p:nvSpPr>
          <p:cNvPr id="33" name="Textplatzhalter 31">
            <a:extLst>
              <a:ext uri="{FF2B5EF4-FFF2-40B4-BE49-F238E27FC236}">
                <a16:creationId xmlns:a16="http://schemas.microsoft.com/office/drawing/2014/main" id="{BA6505E2-8751-470E-8D67-F8B6145F62C5}"/>
              </a:ext>
            </a:extLst>
          </p:cNvPr>
          <p:cNvSpPr>
            <a:spLocks noGrp="1"/>
          </p:cNvSpPr>
          <p:nvPr>
            <p:ph type="body" sz="quarter" idx="26" hasCustomPrompt="1"/>
          </p:nvPr>
        </p:nvSpPr>
        <p:spPr bwMode="gray">
          <a:xfrm>
            <a:off x="5170121" y="3297239"/>
            <a:ext cx="1104409" cy="830262"/>
          </a:xfrm>
        </p:spPr>
        <p:txBody>
          <a:bodyPr rIns="108000"/>
          <a:lstStyle>
            <a:lvl1pPr marL="0" indent="0" algn="r" defTabSz="914400" rtl="0" eaLnBrk="1" latinLnBrk="0" hangingPunct="1">
              <a:lnSpc>
                <a:spcPct val="110000"/>
              </a:lnSpc>
              <a:spcAft>
                <a:spcPts val="450"/>
              </a:spcAft>
              <a:buNone/>
              <a:defRPr lang="de-DE" sz="6600" b="1" kern="1200" dirty="0" smtClean="0">
                <a:solidFill>
                  <a:schemeClr val="bg1"/>
                </a:solidFill>
                <a:latin typeface="+mn-lt"/>
                <a:ea typeface="+mn-ea"/>
                <a:cs typeface="+mn-cs"/>
              </a:defRPr>
            </a:lvl1pPr>
          </a:lstStyle>
          <a:p>
            <a:pPr lvl="0"/>
            <a:r>
              <a:rPr lang="de-DE" err="1"/>
              <a:t>Nr</a:t>
            </a:r>
            <a:endParaRPr lang="de-DE"/>
          </a:p>
        </p:txBody>
      </p:sp>
      <p:sp>
        <p:nvSpPr>
          <p:cNvPr id="34" name="Textplatzhalter 31">
            <a:extLst>
              <a:ext uri="{FF2B5EF4-FFF2-40B4-BE49-F238E27FC236}">
                <a16:creationId xmlns:a16="http://schemas.microsoft.com/office/drawing/2014/main" id="{5F2436B6-561E-495C-A41C-07843C3C9CF8}"/>
              </a:ext>
            </a:extLst>
          </p:cNvPr>
          <p:cNvSpPr>
            <a:spLocks noGrp="1"/>
          </p:cNvSpPr>
          <p:nvPr>
            <p:ph type="body" sz="quarter" idx="27" hasCustomPrompt="1"/>
          </p:nvPr>
        </p:nvSpPr>
        <p:spPr bwMode="gray">
          <a:xfrm>
            <a:off x="8133349" y="3297239"/>
            <a:ext cx="1100221" cy="830262"/>
          </a:xfrm>
        </p:spPr>
        <p:txBody>
          <a:bodyPr rIns="108000"/>
          <a:lstStyle>
            <a:lvl1pPr marL="0" indent="0" algn="r" defTabSz="914400" rtl="0" eaLnBrk="1" latinLnBrk="0" hangingPunct="1">
              <a:lnSpc>
                <a:spcPct val="110000"/>
              </a:lnSpc>
              <a:spcAft>
                <a:spcPts val="450"/>
              </a:spcAft>
              <a:buNone/>
              <a:defRPr lang="de-DE" sz="6600" b="1" kern="1200" dirty="0" smtClean="0">
                <a:solidFill>
                  <a:schemeClr val="bg1"/>
                </a:solidFill>
                <a:latin typeface="+mn-lt"/>
                <a:ea typeface="+mn-ea"/>
                <a:cs typeface="+mn-cs"/>
              </a:defRPr>
            </a:lvl1pPr>
          </a:lstStyle>
          <a:p>
            <a:pPr lvl="0"/>
            <a:r>
              <a:rPr lang="de-DE" err="1"/>
              <a:t>Nr</a:t>
            </a:r>
            <a:endParaRPr lang="de-DE"/>
          </a:p>
        </p:txBody>
      </p:sp>
      <p:sp>
        <p:nvSpPr>
          <p:cNvPr id="35" name="Textplatzhalter 31">
            <a:extLst>
              <a:ext uri="{FF2B5EF4-FFF2-40B4-BE49-F238E27FC236}">
                <a16:creationId xmlns:a16="http://schemas.microsoft.com/office/drawing/2014/main" id="{C8F6D38F-4AC8-4DF0-82B4-5392D9427158}"/>
              </a:ext>
            </a:extLst>
          </p:cNvPr>
          <p:cNvSpPr>
            <a:spLocks noGrp="1"/>
          </p:cNvSpPr>
          <p:nvPr>
            <p:ph type="body" sz="quarter" idx="28" hasCustomPrompt="1"/>
          </p:nvPr>
        </p:nvSpPr>
        <p:spPr bwMode="gray">
          <a:xfrm>
            <a:off x="11081670" y="3297239"/>
            <a:ext cx="1110329" cy="830262"/>
          </a:xfrm>
        </p:spPr>
        <p:txBody>
          <a:bodyPr rIns="108000"/>
          <a:lstStyle>
            <a:lvl1pPr marL="0" indent="0" algn="r" defTabSz="914400" rtl="0" eaLnBrk="1" latinLnBrk="0" hangingPunct="1">
              <a:lnSpc>
                <a:spcPct val="110000"/>
              </a:lnSpc>
              <a:spcAft>
                <a:spcPts val="450"/>
              </a:spcAft>
              <a:buNone/>
              <a:defRPr lang="de-DE" sz="6600" b="1" kern="1200" dirty="0" smtClean="0">
                <a:solidFill>
                  <a:schemeClr val="bg1"/>
                </a:solidFill>
                <a:latin typeface="+mn-lt"/>
                <a:ea typeface="+mn-ea"/>
                <a:cs typeface="+mn-cs"/>
              </a:defRPr>
            </a:lvl1pPr>
          </a:lstStyle>
          <a:p>
            <a:pPr lvl="0"/>
            <a:r>
              <a:rPr lang="de-DE" err="1"/>
              <a:t>Nr</a:t>
            </a:r>
            <a:endParaRPr lang="de-DE"/>
          </a:p>
        </p:txBody>
      </p:sp>
      <p:sp>
        <p:nvSpPr>
          <p:cNvPr id="2" name="Datumsplatzhalter 1">
            <a:extLst>
              <a:ext uri="{FF2B5EF4-FFF2-40B4-BE49-F238E27FC236}">
                <a16:creationId xmlns:a16="http://schemas.microsoft.com/office/drawing/2014/main" id="{B39FA8A5-4493-4983-A1EE-A919D4D72B2A}"/>
              </a:ext>
            </a:extLst>
          </p:cNvPr>
          <p:cNvSpPr>
            <a:spLocks noGrp="1"/>
          </p:cNvSpPr>
          <p:nvPr>
            <p:ph type="dt" sz="half" idx="29"/>
          </p:nvPr>
        </p:nvSpPr>
        <p:spPr/>
        <p:txBody>
          <a:bodyPr/>
          <a:lstStyle/>
          <a:p>
            <a:fld id="{02542F09-30BF-4E0B-AFA0-BC249BE47012}" type="datetime1">
              <a:rPr lang="de-DE" smtClean="0"/>
              <a:t>15.10.2026</a:t>
            </a:fld>
            <a:endParaRPr lang="de-DE"/>
          </a:p>
        </p:txBody>
      </p:sp>
      <p:sp>
        <p:nvSpPr>
          <p:cNvPr id="7" name="Foliennummernplatzhalter 6">
            <a:extLst>
              <a:ext uri="{FF2B5EF4-FFF2-40B4-BE49-F238E27FC236}">
                <a16:creationId xmlns:a16="http://schemas.microsoft.com/office/drawing/2014/main" id="{B1FDD061-7D2F-4863-98B6-82B9AF97E0E1}"/>
              </a:ext>
            </a:extLst>
          </p:cNvPr>
          <p:cNvSpPr>
            <a:spLocks noGrp="1"/>
          </p:cNvSpPr>
          <p:nvPr>
            <p:ph type="sldNum" sz="quarter" idx="31"/>
          </p:nvPr>
        </p:nvSpPr>
        <p:spPr/>
        <p:txBody>
          <a:bodyPr/>
          <a:lstStyle/>
          <a:p>
            <a:fld id="{2EA6AC58-99FC-40D1-8A10-4777F7BB7286}" type="slidenum">
              <a:rPr lang="de-DE" smtClean="0"/>
              <a:pPr/>
              <a:t>‹Nr.›</a:t>
            </a:fld>
            <a:endParaRPr lang="de-DE"/>
          </a:p>
        </p:txBody>
      </p:sp>
      <p:sp>
        <p:nvSpPr>
          <p:cNvPr id="5" name="Fußzeilenplatzhalter 1">
            <a:extLst>
              <a:ext uri="{FF2B5EF4-FFF2-40B4-BE49-F238E27FC236}">
                <a16:creationId xmlns:a16="http://schemas.microsoft.com/office/drawing/2014/main" id="{AD34CD5C-4E6E-C070-73EE-928C891236AA}"/>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1898096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AGENDA 5-8">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C8BB40FA-A6DF-412F-A3FF-CE1F1D66B907}"/>
              </a:ext>
            </a:extLst>
          </p:cNvPr>
          <p:cNvSpPr>
            <a:spLocks noGrp="1"/>
          </p:cNvSpPr>
          <p:nvPr userDrawn="1">
            <p:ph type="pic" sz="quarter" idx="17"/>
          </p:nvPr>
        </p:nvSpPr>
        <p:spPr>
          <a:xfrm>
            <a:off x="56826" y="2482850"/>
            <a:ext cx="28944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2" name="Textplatzhalter 31">
            <a:extLst>
              <a:ext uri="{FF2B5EF4-FFF2-40B4-BE49-F238E27FC236}">
                <a16:creationId xmlns:a16="http://schemas.microsoft.com/office/drawing/2014/main" id="{7B5BAE1A-5A96-4F30-9D45-13EEDA26AA05}"/>
              </a:ext>
            </a:extLst>
          </p:cNvPr>
          <p:cNvSpPr>
            <a:spLocks noGrp="1"/>
          </p:cNvSpPr>
          <p:nvPr>
            <p:ph type="body" sz="quarter" idx="25" hasCustomPrompt="1"/>
          </p:nvPr>
        </p:nvSpPr>
        <p:spPr bwMode="gray">
          <a:xfrm>
            <a:off x="1978088" y="3297239"/>
            <a:ext cx="973138" cy="830262"/>
          </a:xfrm>
        </p:spPr>
        <p:txBody>
          <a:bodyPr vert="horz" lIns="0" tIns="0" rIns="108000" bIns="0" rtlCol="0">
            <a:noAutofit/>
          </a:bodyPr>
          <a:lstStyle>
            <a:lvl1pPr>
              <a:defRPr lang="de-DE" sz="6600" b="1" dirty="0">
                <a:solidFill>
                  <a:schemeClr val="bg1"/>
                </a:solidFill>
              </a:defRPr>
            </a:lvl1pPr>
          </a:lstStyle>
          <a:p>
            <a:pPr marL="0" lvl="0" indent="0" algn="r" defTabSz="914400">
              <a:spcAft>
                <a:spcPts val="450"/>
              </a:spcAft>
              <a:buNone/>
            </a:pPr>
            <a:r>
              <a:rPr lang="de-DE" err="1"/>
              <a:t>Nr</a:t>
            </a:r>
            <a:endParaRPr lang="de-DE"/>
          </a:p>
        </p:txBody>
      </p:sp>
      <p:sp>
        <p:nvSpPr>
          <p:cNvPr id="23" name="Textplatzhalter 22">
            <a:extLst>
              <a:ext uri="{FF2B5EF4-FFF2-40B4-BE49-F238E27FC236}">
                <a16:creationId xmlns:a16="http://schemas.microsoft.com/office/drawing/2014/main" id="{9554B3B8-7CE1-424C-BAC3-7908386D744B}"/>
              </a:ext>
            </a:extLst>
          </p:cNvPr>
          <p:cNvSpPr>
            <a:spLocks noGrp="1"/>
          </p:cNvSpPr>
          <p:nvPr>
            <p:ph type="body" sz="quarter" idx="21"/>
          </p:nvPr>
        </p:nvSpPr>
        <p:spPr>
          <a:xfrm>
            <a:off x="56826" y="4278313"/>
            <a:ext cx="2894013" cy="554037"/>
          </a:xfrm>
        </p:spPr>
        <p:txBody>
          <a:bodyPr rIns="180000"/>
          <a:lstStyle>
            <a:lvl1pPr marL="0" indent="0" algn="l" defTabSz="914400" rtl="0" eaLnBrk="1" latinLnBrk="0" hangingPunct="1">
              <a:lnSpc>
                <a:spcPct val="100000"/>
              </a:lnSpc>
              <a:spcAft>
                <a:spcPts val="0"/>
              </a:spcAft>
              <a:buNone/>
              <a:defRPr lang="de-DE" sz="1800" kern="1200" dirty="0" smtClean="0">
                <a:solidFill>
                  <a:schemeClr val="accent5"/>
                </a:solidFill>
                <a:latin typeface="+mn-lt"/>
                <a:ea typeface="+mn-ea"/>
                <a:cs typeface="+mn-cs"/>
              </a:defRPr>
            </a:lvl1pPr>
            <a:lvl2pPr marL="179995" indent="0">
              <a:lnSpc>
                <a:spcPct val="100000"/>
              </a:lnSpc>
              <a:spcAft>
                <a:spcPts val="0"/>
              </a:spcAft>
              <a:buNone/>
              <a:defRPr>
                <a:latin typeface="+mn-lt"/>
              </a:defRPr>
            </a:lvl2pPr>
          </a:lstStyle>
          <a:p>
            <a:pPr lvl="0"/>
            <a:r>
              <a:rPr lang="de-DE"/>
              <a:t>Mastertextformat bearbeiten</a:t>
            </a:r>
          </a:p>
          <a:p>
            <a:pPr lvl="1"/>
            <a:endParaRPr lang="en-GB"/>
          </a:p>
        </p:txBody>
      </p:sp>
      <p:sp>
        <p:nvSpPr>
          <p:cNvPr id="20" name="Bildplatzhalter 2">
            <a:extLst>
              <a:ext uri="{FF2B5EF4-FFF2-40B4-BE49-F238E27FC236}">
                <a16:creationId xmlns:a16="http://schemas.microsoft.com/office/drawing/2014/main" id="{52285863-34F3-4037-9257-79FAA6F7896F}"/>
              </a:ext>
            </a:extLst>
          </p:cNvPr>
          <p:cNvSpPr>
            <a:spLocks noGrp="1"/>
          </p:cNvSpPr>
          <p:nvPr userDrawn="1">
            <p:ph type="pic" sz="quarter" idx="18"/>
          </p:nvPr>
        </p:nvSpPr>
        <p:spPr>
          <a:xfrm>
            <a:off x="3003347" y="2482850"/>
            <a:ext cx="28944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21" name="Bildplatzhalter 2">
            <a:extLst>
              <a:ext uri="{FF2B5EF4-FFF2-40B4-BE49-F238E27FC236}">
                <a16:creationId xmlns:a16="http://schemas.microsoft.com/office/drawing/2014/main" id="{2D6A6987-98E5-4948-98FF-378A0F0F28A8}"/>
              </a:ext>
            </a:extLst>
          </p:cNvPr>
          <p:cNvSpPr>
            <a:spLocks noGrp="1"/>
          </p:cNvSpPr>
          <p:nvPr userDrawn="1">
            <p:ph type="pic" sz="quarter" idx="19"/>
          </p:nvPr>
        </p:nvSpPr>
        <p:spPr>
          <a:xfrm>
            <a:off x="5949868" y="2482850"/>
            <a:ext cx="28944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22" name="Bildplatzhalter 2">
            <a:extLst>
              <a:ext uri="{FF2B5EF4-FFF2-40B4-BE49-F238E27FC236}">
                <a16:creationId xmlns:a16="http://schemas.microsoft.com/office/drawing/2014/main" id="{9D56671A-53C6-4AE1-93BA-031DDCADD369}"/>
              </a:ext>
            </a:extLst>
          </p:cNvPr>
          <p:cNvSpPr>
            <a:spLocks noGrp="1"/>
          </p:cNvSpPr>
          <p:nvPr>
            <p:ph type="pic" sz="quarter" idx="20"/>
          </p:nvPr>
        </p:nvSpPr>
        <p:spPr>
          <a:xfrm>
            <a:off x="8896388" y="2482850"/>
            <a:ext cx="28944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24" name="Textplatzhalter 22">
            <a:extLst>
              <a:ext uri="{FF2B5EF4-FFF2-40B4-BE49-F238E27FC236}">
                <a16:creationId xmlns:a16="http://schemas.microsoft.com/office/drawing/2014/main" id="{1D1B1D0F-ECC5-4D3E-8CA2-DA7D653BBB30}"/>
              </a:ext>
            </a:extLst>
          </p:cNvPr>
          <p:cNvSpPr>
            <a:spLocks noGrp="1"/>
          </p:cNvSpPr>
          <p:nvPr>
            <p:ph type="body" sz="quarter" idx="22"/>
          </p:nvPr>
        </p:nvSpPr>
        <p:spPr>
          <a:xfrm>
            <a:off x="3003347" y="4278313"/>
            <a:ext cx="2894013" cy="554037"/>
          </a:xfrm>
        </p:spPr>
        <p:txBody>
          <a:bodyPr rIns="180000"/>
          <a:lstStyle>
            <a:lvl1pPr marL="0" indent="0" algn="l" defTabSz="914400" rtl="0" eaLnBrk="1" latinLnBrk="0" hangingPunct="1">
              <a:lnSpc>
                <a:spcPct val="100000"/>
              </a:lnSpc>
              <a:spcAft>
                <a:spcPts val="0"/>
              </a:spcAft>
              <a:buNone/>
              <a:defRPr lang="de-DE" sz="1800" kern="1200" dirty="0" smtClean="0">
                <a:solidFill>
                  <a:schemeClr val="accent5"/>
                </a:solidFill>
                <a:latin typeface="+mn-lt"/>
                <a:ea typeface="+mn-ea"/>
                <a:cs typeface="+mn-cs"/>
              </a:defRPr>
            </a:lvl1pPr>
            <a:lvl2pPr marL="179995" indent="0">
              <a:lnSpc>
                <a:spcPct val="100000"/>
              </a:lnSpc>
              <a:spcAft>
                <a:spcPts val="0"/>
              </a:spcAft>
              <a:buNone/>
              <a:defRPr/>
            </a:lvl2pPr>
          </a:lstStyle>
          <a:p>
            <a:pPr lvl="0"/>
            <a:r>
              <a:rPr lang="de-DE"/>
              <a:t>Mastertextformat bearbeiten</a:t>
            </a:r>
          </a:p>
        </p:txBody>
      </p:sp>
      <p:sp>
        <p:nvSpPr>
          <p:cNvPr id="25" name="Textplatzhalter 22">
            <a:extLst>
              <a:ext uri="{FF2B5EF4-FFF2-40B4-BE49-F238E27FC236}">
                <a16:creationId xmlns:a16="http://schemas.microsoft.com/office/drawing/2014/main" id="{5F02849C-D055-4B3B-8D5F-35C92133BD1C}"/>
              </a:ext>
            </a:extLst>
          </p:cNvPr>
          <p:cNvSpPr>
            <a:spLocks noGrp="1"/>
          </p:cNvSpPr>
          <p:nvPr>
            <p:ph type="body" sz="quarter" idx="23"/>
          </p:nvPr>
        </p:nvSpPr>
        <p:spPr>
          <a:xfrm>
            <a:off x="5949868" y="4278313"/>
            <a:ext cx="2894013" cy="554037"/>
          </a:xfrm>
        </p:spPr>
        <p:txBody>
          <a:bodyPr rIns="180000"/>
          <a:lstStyle>
            <a:lvl1pPr marL="0" indent="0" algn="l" defTabSz="914400" rtl="0" eaLnBrk="1" latinLnBrk="0" hangingPunct="1">
              <a:lnSpc>
                <a:spcPct val="100000"/>
              </a:lnSpc>
              <a:spcAft>
                <a:spcPts val="0"/>
              </a:spcAft>
              <a:buNone/>
              <a:defRPr lang="de-DE" sz="1800" kern="1200" dirty="0" smtClean="0">
                <a:solidFill>
                  <a:schemeClr val="accent5"/>
                </a:solidFill>
                <a:latin typeface="+mn-lt"/>
                <a:ea typeface="+mn-ea"/>
                <a:cs typeface="+mn-cs"/>
              </a:defRPr>
            </a:lvl1pPr>
            <a:lvl2pPr marL="179995" indent="0">
              <a:lnSpc>
                <a:spcPct val="100000"/>
              </a:lnSpc>
              <a:spcAft>
                <a:spcPts val="0"/>
              </a:spcAft>
              <a:buNone/>
              <a:defRPr>
                <a:latin typeface="+mn-lt"/>
              </a:defRPr>
            </a:lvl2pPr>
          </a:lstStyle>
          <a:p>
            <a:pPr lvl="0"/>
            <a:r>
              <a:rPr lang="de-DE"/>
              <a:t>Mastertextformat bearbeiten</a:t>
            </a:r>
          </a:p>
          <a:p>
            <a:pPr lvl="1"/>
            <a:endParaRPr lang="en-GB"/>
          </a:p>
        </p:txBody>
      </p:sp>
      <p:sp>
        <p:nvSpPr>
          <p:cNvPr id="26" name="Textplatzhalter 22">
            <a:extLst>
              <a:ext uri="{FF2B5EF4-FFF2-40B4-BE49-F238E27FC236}">
                <a16:creationId xmlns:a16="http://schemas.microsoft.com/office/drawing/2014/main" id="{30B59DB7-127D-4C99-9A62-E82E28F31793}"/>
              </a:ext>
            </a:extLst>
          </p:cNvPr>
          <p:cNvSpPr>
            <a:spLocks noGrp="1"/>
          </p:cNvSpPr>
          <p:nvPr>
            <p:ph type="body" sz="quarter" idx="24"/>
          </p:nvPr>
        </p:nvSpPr>
        <p:spPr>
          <a:xfrm>
            <a:off x="8896388" y="4278313"/>
            <a:ext cx="2894013" cy="554037"/>
          </a:xfrm>
        </p:spPr>
        <p:txBody>
          <a:bodyPr rIns="180000"/>
          <a:lstStyle>
            <a:lvl1pPr marL="0" indent="0" algn="l" defTabSz="914400" rtl="0" eaLnBrk="1" latinLnBrk="0" hangingPunct="1">
              <a:lnSpc>
                <a:spcPct val="100000"/>
              </a:lnSpc>
              <a:spcAft>
                <a:spcPts val="0"/>
              </a:spcAft>
              <a:buNone/>
              <a:defRPr lang="de-DE" sz="1800" kern="1200" dirty="0" smtClean="0">
                <a:solidFill>
                  <a:schemeClr val="accent5"/>
                </a:solidFill>
                <a:latin typeface="+mn-lt"/>
                <a:ea typeface="+mn-ea"/>
                <a:cs typeface="+mn-cs"/>
              </a:defRPr>
            </a:lvl1pPr>
            <a:lvl2pPr marL="179995" indent="0">
              <a:lnSpc>
                <a:spcPct val="100000"/>
              </a:lnSpc>
              <a:spcAft>
                <a:spcPts val="0"/>
              </a:spcAft>
              <a:buNone/>
              <a:defRPr/>
            </a:lvl2pPr>
          </a:lstStyle>
          <a:p>
            <a:pPr lvl="0"/>
            <a:r>
              <a:rPr lang="de-DE"/>
              <a:t>Mastertextformat bearbeiten</a:t>
            </a:r>
          </a:p>
        </p:txBody>
      </p:sp>
      <p:sp>
        <p:nvSpPr>
          <p:cNvPr id="33" name="Textplatzhalter 31">
            <a:extLst>
              <a:ext uri="{FF2B5EF4-FFF2-40B4-BE49-F238E27FC236}">
                <a16:creationId xmlns:a16="http://schemas.microsoft.com/office/drawing/2014/main" id="{BA6505E2-8751-470E-8D67-F8B6145F62C5}"/>
              </a:ext>
            </a:extLst>
          </p:cNvPr>
          <p:cNvSpPr>
            <a:spLocks noGrp="1"/>
          </p:cNvSpPr>
          <p:nvPr>
            <p:ph type="body" sz="quarter" idx="26" hasCustomPrompt="1"/>
          </p:nvPr>
        </p:nvSpPr>
        <p:spPr bwMode="gray">
          <a:xfrm>
            <a:off x="4924609" y="3297239"/>
            <a:ext cx="973138" cy="830262"/>
          </a:xfrm>
        </p:spPr>
        <p:txBody>
          <a:bodyPr vert="horz" lIns="0" tIns="0" rIns="108000" bIns="0" rtlCol="0">
            <a:noAutofit/>
          </a:bodyPr>
          <a:lstStyle>
            <a:lvl1pPr>
              <a:defRPr lang="de-DE" sz="6600" b="1" dirty="0">
                <a:solidFill>
                  <a:schemeClr val="bg1"/>
                </a:solidFill>
              </a:defRPr>
            </a:lvl1pPr>
          </a:lstStyle>
          <a:p>
            <a:pPr marL="0" lvl="0" indent="0" algn="r" defTabSz="914400">
              <a:spcAft>
                <a:spcPts val="450"/>
              </a:spcAft>
              <a:buNone/>
            </a:pPr>
            <a:r>
              <a:rPr lang="de-DE" err="1"/>
              <a:t>Nr</a:t>
            </a:r>
            <a:endParaRPr lang="de-DE"/>
          </a:p>
        </p:txBody>
      </p:sp>
      <p:sp>
        <p:nvSpPr>
          <p:cNvPr id="34" name="Textplatzhalter 31">
            <a:extLst>
              <a:ext uri="{FF2B5EF4-FFF2-40B4-BE49-F238E27FC236}">
                <a16:creationId xmlns:a16="http://schemas.microsoft.com/office/drawing/2014/main" id="{5F2436B6-561E-495C-A41C-07843C3C9CF8}"/>
              </a:ext>
            </a:extLst>
          </p:cNvPr>
          <p:cNvSpPr>
            <a:spLocks noGrp="1"/>
          </p:cNvSpPr>
          <p:nvPr>
            <p:ph type="body" sz="quarter" idx="27" hasCustomPrompt="1"/>
          </p:nvPr>
        </p:nvSpPr>
        <p:spPr bwMode="gray">
          <a:xfrm>
            <a:off x="7871130" y="3297239"/>
            <a:ext cx="973138" cy="830262"/>
          </a:xfrm>
        </p:spPr>
        <p:txBody>
          <a:bodyPr vert="horz" lIns="0" tIns="0" rIns="108000" bIns="0" rtlCol="0">
            <a:noAutofit/>
          </a:bodyPr>
          <a:lstStyle>
            <a:lvl1pPr>
              <a:defRPr lang="de-DE" sz="6600" b="1" dirty="0">
                <a:solidFill>
                  <a:schemeClr val="bg1"/>
                </a:solidFill>
              </a:defRPr>
            </a:lvl1pPr>
          </a:lstStyle>
          <a:p>
            <a:pPr marL="0" lvl="0" indent="0" algn="r" defTabSz="914400">
              <a:spcAft>
                <a:spcPts val="450"/>
              </a:spcAft>
              <a:buNone/>
            </a:pPr>
            <a:r>
              <a:rPr lang="de-DE" err="1"/>
              <a:t>Nr</a:t>
            </a:r>
            <a:endParaRPr lang="de-DE"/>
          </a:p>
        </p:txBody>
      </p:sp>
      <p:sp>
        <p:nvSpPr>
          <p:cNvPr id="35" name="Textplatzhalter 31">
            <a:extLst>
              <a:ext uri="{FF2B5EF4-FFF2-40B4-BE49-F238E27FC236}">
                <a16:creationId xmlns:a16="http://schemas.microsoft.com/office/drawing/2014/main" id="{C8F6D38F-4AC8-4DF0-82B4-5392D9427158}"/>
              </a:ext>
            </a:extLst>
          </p:cNvPr>
          <p:cNvSpPr>
            <a:spLocks noGrp="1"/>
          </p:cNvSpPr>
          <p:nvPr>
            <p:ph type="body" sz="quarter" idx="28" hasCustomPrompt="1"/>
          </p:nvPr>
        </p:nvSpPr>
        <p:spPr bwMode="gray">
          <a:xfrm>
            <a:off x="10817650" y="3297239"/>
            <a:ext cx="973138" cy="830262"/>
          </a:xfrm>
        </p:spPr>
        <p:txBody>
          <a:bodyPr vert="horz" lIns="0" tIns="0" rIns="108000" bIns="0" rtlCol="0">
            <a:noAutofit/>
          </a:bodyPr>
          <a:lstStyle>
            <a:lvl1pPr>
              <a:defRPr lang="de-DE" sz="6600" b="1" dirty="0">
                <a:solidFill>
                  <a:schemeClr val="bg1"/>
                </a:solidFill>
              </a:defRPr>
            </a:lvl1pPr>
          </a:lstStyle>
          <a:p>
            <a:pPr marL="0" lvl="0" indent="0" algn="r" defTabSz="914400">
              <a:spcAft>
                <a:spcPts val="450"/>
              </a:spcAft>
              <a:buNone/>
            </a:pPr>
            <a:r>
              <a:rPr lang="de-DE" err="1"/>
              <a:t>Nr</a:t>
            </a:r>
            <a:endParaRPr lang="de-DE"/>
          </a:p>
        </p:txBody>
      </p:sp>
      <p:sp>
        <p:nvSpPr>
          <p:cNvPr id="28" name="Textplatzhalter 8">
            <a:extLst>
              <a:ext uri="{FF2B5EF4-FFF2-40B4-BE49-F238E27FC236}">
                <a16:creationId xmlns:a16="http://schemas.microsoft.com/office/drawing/2014/main" id="{3EC4BB7C-FB89-4A02-9AD6-F5ABCCF7CA01}"/>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2" name="Datumsplatzhalter 1">
            <a:extLst>
              <a:ext uri="{FF2B5EF4-FFF2-40B4-BE49-F238E27FC236}">
                <a16:creationId xmlns:a16="http://schemas.microsoft.com/office/drawing/2014/main" id="{F0950F10-8637-4AD6-A33E-681854861BCA}"/>
              </a:ext>
            </a:extLst>
          </p:cNvPr>
          <p:cNvSpPr>
            <a:spLocks noGrp="1"/>
          </p:cNvSpPr>
          <p:nvPr>
            <p:ph type="dt" sz="half" idx="29"/>
          </p:nvPr>
        </p:nvSpPr>
        <p:spPr/>
        <p:txBody>
          <a:bodyPr/>
          <a:lstStyle/>
          <a:p>
            <a:fld id="{E313FBA3-F36F-48BA-8F1E-99E590D46A27}" type="datetime1">
              <a:rPr lang="de-DE" smtClean="0"/>
              <a:t>15.10.2026</a:t>
            </a:fld>
            <a:endParaRPr lang="de-DE"/>
          </a:p>
        </p:txBody>
      </p:sp>
      <p:sp>
        <p:nvSpPr>
          <p:cNvPr id="7" name="Foliennummernplatzhalter 6">
            <a:extLst>
              <a:ext uri="{FF2B5EF4-FFF2-40B4-BE49-F238E27FC236}">
                <a16:creationId xmlns:a16="http://schemas.microsoft.com/office/drawing/2014/main" id="{1B8BE449-2B78-4562-8601-50BAFEBE64C5}"/>
              </a:ext>
            </a:extLst>
          </p:cNvPr>
          <p:cNvSpPr>
            <a:spLocks noGrp="1"/>
          </p:cNvSpPr>
          <p:nvPr>
            <p:ph type="sldNum" sz="quarter" idx="31"/>
          </p:nvPr>
        </p:nvSpPr>
        <p:spPr/>
        <p:txBody>
          <a:bodyPr/>
          <a:lstStyle/>
          <a:p>
            <a:fld id="{2EA6AC58-99FC-40D1-8A10-4777F7BB7286}" type="slidenum">
              <a:rPr lang="de-DE" smtClean="0"/>
              <a:pPr/>
              <a:t>‹Nr.›</a:t>
            </a:fld>
            <a:endParaRPr lang="de-DE"/>
          </a:p>
        </p:txBody>
      </p:sp>
      <p:sp>
        <p:nvSpPr>
          <p:cNvPr id="4" name="Fußzeilenplatzhalter 1">
            <a:extLst>
              <a:ext uri="{FF2B5EF4-FFF2-40B4-BE49-F238E27FC236}">
                <a16:creationId xmlns:a16="http://schemas.microsoft.com/office/drawing/2014/main" id="{7399833D-C5CE-A09A-BB3F-94B9CA40B511}"/>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1749820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AGENDA 1-5">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C8BB40FA-A6DF-412F-A3FF-CE1F1D66B907}"/>
              </a:ext>
            </a:extLst>
          </p:cNvPr>
          <p:cNvSpPr>
            <a:spLocks noGrp="1"/>
          </p:cNvSpPr>
          <p:nvPr userDrawn="1">
            <p:ph type="pic" sz="quarter" idx="17"/>
          </p:nvPr>
        </p:nvSpPr>
        <p:spPr>
          <a:xfrm>
            <a:off x="406399" y="2482850"/>
            <a:ext cx="23148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5" name="Bildplatzhalter 2">
            <a:extLst>
              <a:ext uri="{FF2B5EF4-FFF2-40B4-BE49-F238E27FC236}">
                <a16:creationId xmlns:a16="http://schemas.microsoft.com/office/drawing/2014/main" id="{A8B88ED0-621F-4016-936F-FCBDE3270721}"/>
              </a:ext>
            </a:extLst>
          </p:cNvPr>
          <p:cNvSpPr>
            <a:spLocks noGrp="1"/>
          </p:cNvSpPr>
          <p:nvPr>
            <p:ph type="pic" sz="quarter" idx="29"/>
          </p:nvPr>
        </p:nvSpPr>
        <p:spPr>
          <a:xfrm>
            <a:off x="2774099" y="2482850"/>
            <a:ext cx="23148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6" name="Bildplatzhalter 2">
            <a:extLst>
              <a:ext uri="{FF2B5EF4-FFF2-40B4-BE49-F238E27FC236}">
                <a16:creationId xmlns:a16="http://schemas.microsoft.com/office/drawing/2014/main" id="{FDFECEEC-969D-4416-8E6E-30CDAA827BEB}"/>
              </a:ext>
            </a:extLst>
          </p:cNvPr>
          <p:cNvSpPr>
            <a:spLocks noGrp="1"/>
          </p:cNvSpPr>
          <p:nvPr>
            <p:ph type="pic" sz="quarter" idx="30"/>
          </p:nvPr>
        </p:nvSpPr>
        <p:spPr>
          <a:xfrm>
            <a:off x="5141799" y="2482850"/>
            <a:ext cx="23148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7" name="Bildplatzhalter 2">
            <a:extLst>
              <a:ext uri="{FF2B5EF4-FFF2-40B4-BE49-F238E27FC236}">
                <a16:creationId xmlns:a16="http://schemas.microsoft.com/office/drawing/2014/main" id="{20858FA0-9490-4EE6-84A6-B5802EEC6979}"/>
              </a:ext>
            </a:extLst>
          </p:cNvPr>
          <p:cNvSpPr>
            <a:spLocks noGrp="1"/>
          </p:cNvSpPr>
          <p:nvPr>
            <p:ph type="pic" sz="quarter" idx="31"/>
          </p:nvPr>
        </p:nvSpPr>
        <p:spPr>
          <a:xfrm>
            <a:off x="7509499" y="2482850"/>
            <a:ext cx="23148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8" name="Bildplatzhalter 2">
            <a:extLst>
              <a:ext uri="{FF2B5EF4-FFF2-40B4-BE49-F238E27FC236}">
                <a16:creationId xmlns:a16="http://schemas.microsoft.com/office/drawing/2014/main" id="{FF71FA2E-4AA7-4F48-BA58-858E9E440A45}"/>
              </a:ext>
            </a:extLst>
          </p:cNvPr>
          <p:cNvSpPr>
            <a:spLocks noGrp="1"/>
          </p:cNvSpPr>
          <p:nvPr>
            <p:ph type="pic" sz="quarter" idx="32"/>
          </p:nvPr>
        </p:nvSpPr>
        <p:spPr>
          <a:xfrm>
            <a:off x="9877200" y="2482850"/>
            <a:ext cx="23148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2" name="Textplatzhalter 31">
            <a:extLst>
              <a:ext uri="{FF2B5EF4-FFF2-40B4-BE49-F238E27FC236}">
                <a16:creationId xmlns:a16="http://schemas.microsoft.com/office/drawing/2014/main" id="{7B5BAE1A-5A96-4F30-9D45-13EEDA26AA05}"/>
              </a:ext>
            </a:extLst>
          </p:cNvPr>
          <p:cNvSpPr>
            <a:spLocks noGrp="1"/>
          </p:cNvSpPr>
          <p:nvPr>
            <p:ph type="body" sz="quarter" idx="25" hasCustomPrompt="1"/>
          </p:nvPr>
        </p:nvSpPr>
        <p:spPr bwMode="gray">
          <a:xfrm>
            <a:off x="1867506" y="3448051"/>
            <a:ext cx="853693" cy="679449"/>
          </a:xfrm>
        </p:spPr>
        <p:txBody>
          <a:bodyPr wrap="none" lIns="0" rIns="108000"/>
          <a:lstStyle>
            <a:lvl1pPr marL="0" indent="0" algn="r" defTabSz="914400" rtl="0" eaLnBrk="1" latinLnBrk="0" hangingPunct="1">
              <a:lnSpc>
                <a:spcPct val="110000"/>
              </a:lnSpc>
              <a:spcAft>
                <a:spcPts val="450"/>
              </a:spcAft>
              <a:buNone/>
              <a:defRPr lang="de-DE" sz="5400" b="1" kern="1200" dirty="0" smtClean="0">
                <a:solidFill>
                  <a:schemeClr val="bg1"/>
                </a:solidFill>
                <a:latin typeface="+mn-lt"/>
                <a:ea typeface="+mn-ea"/>
                <a:cs typeface="+mn-cs"/>
              </a:defRPr>
            </a:lvl1pPr>
          </a:lstStyle>
          <a:p>
            <a:pPr lvl="0"/>
            <a:r>
              <a:rPr lang="de-DE"/>
              <a:t>Nr</a:t>
            </a:r>
          </a:p>
        </p:txBody>
      </p:sp>
      <p:sp>
        <p:nvSpPr>
          <p:cNvPr id="23" name="Textplatzhalter 22">
            <a:extLst>
              <a:ext uri="{FF2B5EF4-FFF2-40B4-BE49-F238E27FC236}">
                <a16:creationId xmlns:a16="http://schemas.microsoft.com/office/drawing/2014/main" id="{9554B3B8-7CE1-424C-BAC3-7908386D744B}"/>
              </a:ext>
            </a:extLst>
          </p:cNvPr>
          <p:cNvSpPr>
            <a:spLocks noGrp="1"/>
          </p:cNvSpPr>
          <p:nvPr>
            <p:ph type="body" sz="quarter" idx="21"/>
          </p:nvPr>
        </p:nvSpPr>
        <p:spPr>
          <a:xfrm>
            <a:off x="406399" y="4278313"/>
            <a:ext cx="2314800" cy="554037"/>
          </a:xfrm>
        </p:spPr>
        <p:txBody>
          <a:bodyPr rIns="180000"/>
          <a:lstStyle>
            <a:lvl1pPr marL="0" indent="0" algn="l" defTabSz="914400" rtl="0" eaLnBrk="1" latinLnBrk="0" hangingPunct="1">
              <a:lnSpc>
                <a:spcPct val="100000"/>
              </a:lnSpc>
              <a:spcAft>
                <a:spcPts val="0"/>
              </a:spcAft>
              <a:buNone/>
              <a:defRPr lang="de-DE" sz="1600" kern="1200" dirty="0" smtClean="0">
                <a:solidFill>
                  <a:schemeClr val="accent5"/>
                </a:solidFill>
                <a:latin typeface="+mn-lt"/>
                <a:ea typeface="+mn-ea"/>
                <a:cs typeface="+mn-cs"/>
              </a:defRPr>
            </a:lvl1pPr>
            <a:lvl2pPr marL="179995" indent="0">
              <a:lnSpc>
                <a:spcPct val="100000"/>
              </a:lnSpc>
              <a:spcAft>
                <a:spcPts val="0"/>
              </a:spcAft>
              <a:buNone/>
              <a:defRPr sz="1200">
                <a:latin typeface="+mn-lt"/>
              </a:defRPr>
            </a:lvl2pPr>
          </a:lstStyle>
          <a:p>
            <a:pPr lvl="0"/>
            <a:r>
              <a:rPr lang="de-DE"/>
              <a:t>Mastertextformat bearbeiten</a:t>
            </a:r>
          </a:p>
          <a:p>
            <a:pPr lvl="1"/>
            <a:endParaRPr lang="en-GB"/>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49" name="Textplatzhalter 22">
            <a:extLst>
              <a:ext uri="{FF2B5EF4-FFF2-40B4-BE49-F238E27FC236}">
                <a16:creationId xmlns:a16="http://schemas.microsoft.com/office/drawing/2014/main" id="{4A8E0CBB-0727-453D-BACE-CD68C7574146}"/>
              </a:ext>
            </a:extLst>
          </p:cNvPr>
          <p:cNvSpPr>
            <a:spLocks noGrp="1"/>
          </p:cNvSpPr>
          <p:nvPr>
            <p:ph type="body" sz="quarter" idx="33"/>
          </p:nvPr>
        </p:nvSpPr>
        <p:spPr>
          <a:xfrm>
            <a:off x="2774099" y="4278313"/>
            <a:ext cx="2314800" cy="554037"/>
          </a:xfrm>
        </p:spPr>
        <p:txBody>
          <a:bodyPr rIns="180000"/>
          <a:lstStyle>
            <a:lvl1pPr marL="0" indent="0" algn="l" defTabSz="914400" rtl="0" eaLnBrk="1" latinLnBrk="0" hangingPunct="1">
              <a:lnSpc>
                <a:spcPct val="100000"/>
              </a:lnSpc>
              <a:spcAft>
                <a:spcPts val="0"/>
              </a:spcAft>
              <a:buNone/>
              <a:defRPr lang="de-DE" sz="1600" kern="1200" dirty="0" smtClean="0">
                <a:solidFill>
                  <a:schemeClr val="accent5"/>
                </a:solidFill>
                <a:latin typeface="+mn-lt"/>
                <a:ea typeface="+mn-ea"/>
                <a:cs typeface="+mn-cs"/>
              </a:defRPr>
            </a:lvl1pPr>
            <a:lvl2pPr marL="179995" indent="0">
              <a:lnSpc>
                <a:spcPct val="100000"/>
              </a:lnSpc>
              <a:spcAft>
                <a:spcPts val="0"/>
              </a:spcAft>
              <a:buNone/>
              <a:defRPr sz="1200">
                <a:latin typeface="+mn-lt"/>
              </a:defRPr>
            </a:lvl2pPr>
          </a:lstStyle>
          <a:p>
            <a:pPr lvl="0"/>
            <a:r>
              <a:rPr lang="de-DE"/>
              <a:t>Mastertextformat bearbeiten</a:t>
            </a:r>
          </a:p>
          <a:p>
            <a:pPr lvl="1"/>
            <a:endParaRPr lang="en-GB"/>
          </a:p>
        </p:txBody>
      </p:sp>
      <p:sp>
        <p:nvSpPr>
          <p:cNvPr id="50" name="Textplatzhalter 22">
            <a:extLst>
              <a:ext uri="{FF2B5EF4-FFF2-40B4-BE49-F238E27FC236}">
                <a16:creationId xmlns:a16="http://schemas.microsoft.com/office/drawing/2014/main" id="{3E82AFD7-963F-4DCA-A4BD-D4CFF29CC8A5}"/>
              </a:ext>
            </a:extLst>
          </p:cNvPr>
          <p:cNvSpPr>
            <a:spLocks noGrp="1"/>
          </p:cNvSpPr>
          <p:nvPr>
            <p:ph type="body" sz="quarter" idx="34"/>
          </p:nvPr>
        </p:nvSpPr>
        <p:spPr>
          <a:xfrm>
            <a:off x="5141799" y="4278313"/>
            <a:ext cx="2314800" cy="554037"/>
          </a:xfrm>
        </p:spPr>
        <p:txBody>
          <a:bodyPr rIns="180000"/>
          <a:lstStyle>
            <a:lvl1pPr marL="0" indent="0" algn="l" defTabSz="914400" rtl="0" eaLnBrk="1" latinLnBrk="0" hangingPunct="1">
              <a:lnSpc>
                <a:spcPct val="100000"/>
              </a:lnSpc>
              <a:spcAft>
                <a:spcPts val="0"/>
              </a:spcAft>
              <a:buNone/>
              <a:defRPr lang="de-DE" sz="1600" kern="1200" dirty="0" smtClean="0">
                <a:solidFill>
                  <a:schemeClr val="accent5"/>
                </a:solidFill>
                <a:latin typeface="+mn-lt"/>
                <a:ea typeface="+mn-ea"/>
                <a:cs typeface="+mn-cs"/>
              </a:defRPr>
            </a:lvl1pPr>
            <a:lvl2pPr marL="179995" indent="0">
              <a:lnSpc>
                <a:spcPct val="100000"/>
              </a:lnSpc>
              <a:spcAft>
                <a:spcPts val="0"/>
              </a:spcAft>
              <a:buNone/>
              <a:defRPr sz="1200">
                <a:latin typeface="+mn-lt"/>
              </a:defRPr>
            </a:lvl2pPr>
          </a:lstStyle>
          <a:p>
            <a:pPr lvl="0"/>
            <a:r>
              <a:rPr lang="de-DE"/>
              <a:t>Mastertextformat bearbeiten</a:t>
            </a:r>
          </a:p>
          <a:p>
            <a:pPr lvl="1"/>
            <a:endParaRPr lang="en-GB"/>
          </a:p>
        </p:txBody>
      </p:sp>
      <p:sp>
        <p:nvSpPr>
          <p:cNvPr id="51" name="Textplatzhalter 22">
            <a:extLst>
              <a:ext uri="{FF2B5EF4-FFF2-40B4-BE49-F238E27FC236}">
                <a16:creationId xmlns:a16="http://schemas.microsoft.com/office/drawing/2014/main" id="{2D5E245D-5791-47C6-B3BD-0CF573D2232F}"/>
              </a:ext>
            </a:extLst>
          </p:cNvPr>
          <p:cNvSpPr>
            <a:spLocks noGrp="1"/>
          </p:cNvSpPr>
          <p:nvPr>
            <p:ph type="body" sz="quarter" idx="35"/>
          </p:nvPr>
        </p:nvSpPr>
        <p:spPr>
          <a:xfrm>
            <a:off x="7509499" y="4278313"/>
            <a:ext cx="2314800" cy="554037"/>
          </a:xfrm>
        </p:spPr>
        <p:txBody>
          <a:bodyPr rIns="180000"/>
          <a:lstStyle>
            <a:lvl1pPr marL="0" indent="0" algn="l" defTabSz="914400" rtl="0" eaLnBrk="1" latinLnBrk="0" hangingPunct="1">
              <a:lnSpc>
                <a:spcPct val="100000"/>
              </a:lnSpc>
              <a:spcAft>
                <a:spcPts val="0"/>
              </a:spcAft>
              <a:buNone/>
              <a:defRPr lang="de-DE" sz="1600" kern="1200" dirty="0" smtClean="0">
                <a:solidFill>
                  <a:schemeClr val="accent5"/>
                </a:solidFill>
                <a:latin typeface="+mn-lt"/>
                <a:ea typeface="+mn-ea"/>
                <a:cs typeface="+mn-cs"/>
              </a:defRPr>
            </a:lvl1pPr>
            <a:lvl2pPr marL="179995" indent="0">
              <a:lnSpc>
                <a:spcPct val="100000"/>
              </a:lnSpc>
              <a:spcAft>
                <a:spcPts val="0"/>
              </a:spcAft>
              <a:buNone/>
              <a:defRPr sz="1200">
                <a:latin typeface="+mn-lt"/>
              </a:defRPr>
            </a:lvl2pPr>
          </a:lstStyle>
          <a:p>
            <a:pPr lvl="0"/>
            <a:r>
              <a:rPr lang="de-DE"/>
              <a:t>Mastertextformat bearbeiten</a:t>
            </a:r>
          </a:p>
          <a:p>
            <a:pPr lvl="1"/>
            <a:endParaRPr lang="en-GB"/>
          </a:p>
        </p:txBody>
      </p:sp>
      <p:sp>
        <p:nvSpPr>
          <p:cNvPr id="52" name="Textplatzhalter 22">
            <a:extLst>
              <a:ext uri="{FF2B5EF4-FFF2-40B4-BE49-F238E27FC236}">
                <a16:creationId xmlns:a16="http://schemas.microsoft.com/office/drawing/2014/main" id="{E553A77D-F480-425F-8276-E4F80CE544EF}"/>
              </a:ext>
            </a:extLst>
          </p:cNvPr>
          <p:cNvSpPr>
            <a:spLocks noGrp="1"/>
          </p:cNvSpPr>
          <p:nvPr>
            <p:ph type="body" sz="quarter" idx="36"/>
          </p:nvPr>
        </p:nvSpPr>
        <p:spPr>
          <a:xfrm>
            <a:off x="9877200" y="4278313"/>
            <a:ext cx="2314800" cy="554037"/>
          </a:xfrm>
        </p:spPr>
        <p:txBody>
          <a:bodyPr rIns="180000"/>
          <a:lstStyle>
            <a:lvl1pPr marL="0" indent="0" algn="l" defTabSz="914400" rtl="0" eaLnBrk="1" latinLnBrk="0" hangingPunct="1">
              <a:lnSpc>
                <a:spcPct val="100000"/>
              </a:lnSpc>
              <a:spcAft>
                <a:spcPts val="0"/>
              </a:spcAft>
              <a:buNone/>
              <a:defRPr lang="de-DE" sz="1600" kern="1200" dirty="0" smtClean="0">
                <a:solidFill>
                  <a:schemeClr val="accent5"/>
                </a:solidFill>
                <a:latin typeface="+mn-lt"/>
                <a:ea typeface="+mn-ea"/>
                <a:cs typeface="+mn-cs"/>
              </a:defRPr>
            </a:lvl1pPr>
            <a:lvl2pPr marL="179995" indent="0">
              <a:lnSpc>
                <a:spcPct val="100000"/>
              </a:lnSpc>
              <a:spcAft>
                <a:spcPts val="0"/>
              </a:spcAft>
              <a:buNone/>
              <a:defRPr sz="1200">
                <a:latin typeface="+mn-lt"/>
              </a:defRPr>
            </a:lvl2pPr>
          </a:lstStyle>
          <a:p>
            <a:pPr lvl="0"/>
            <a:r>
              <a:rPr lang="de-DE"/>
              <a:t>Mastertextformat bearbeiten</a:t>
            </a:r>
          </a:p>
          <a:p>
            <a:pPr lvl="1"/>
            <a:endParaRPr lang="en-GB"/>
          </a:p>
        </p:txBody>
      </p:sp>
      <p:sp>
        <p:nvSpPr>
          <p:cNvPr id="53" name="Textplatzhalter 31">
            <a:extLst>
              <a:ext uri="{FF2B5EF4-FFF2-40B4-BE49-F238E27FC236}">
                <a16:creationId xmlns:a16="http://schemas.microsoft.com/office/drawing/2014/main" id="{3C2272B7-4B8A-42F0-AAE4-EB624A77C557}"/>
              </a:ext>
            </a:extLst>
          </p:cNvPr>
          <p:cNvSpPr>
            <a:spLocks noGrp="1"/>
          </p:cNvSpPr>
          <p:nvPr>
            <p:ph type="body" sz="quarter" idx="37" hasCustomPrompt="1"/>
          </p:nvPr>
        </p:nvSpPr>
        <p:spPr bwMode="gray">
          <a:xfrm>
            <a:off x="4235206" y="3448051"/>
            <a:ext cx="853693" cy="679449"/>
          </a:xfrm>
        </p:spPr>
        <p:txBody>
          <a:bodyPr wrap="none" lIns="0" rIns="108000"/>
          <a:lstStyle>
            <a:lvl1pPr marL="0" indent="0" algn="r" defTabSz="914400" rtl="0" eaLnBrk="1" latinLnBrk="0" hangingPunct="1">
              <a:lnSpc>
                <a:spcPct val="110000"/>
              </a:lnSpc>
              <a:spcAft>
                <a:spcPts val="450"/>
              </a:spcAft>
              <a:buNone/>
              <a:defRPr lang="de-DE" sz="5400" b="1" kern="1200" dirty="0" smtClean="0">
                <a:solidFill>
                  <a:schemeClr val="bg1"/>
                </a:solidFill>
                <a:latin typeface="+mn-lt"/>
                <a:ea typeface="+mn-ea"/>
                <a:cs typeface="+mn-cs"/>
              </a:defRPr>
            </a:lvl1pPr>
          </a:lstStyle>
          <a:p>
            <a:pPr lvl="0"/>
            <a:r>
              <a:rPr lang="de-DE" err="1"/>
              <a:t>Nr</a:t>
            </a:r>
            <a:endParaRPr lang="de-DE"/>
          </a:p>
        </p:txBody>
      </p:sp>
      <p:sp>
        <p:nvSpPr>
          <p:cNvPr id="54" name="Textplatzhalter 31">
            <a:extLst>
              <a:ext uri="{FF2B5EF4-FFF2-40B4-BE49-F238E27FC236}">
                <a16:creationId xmlns:a16="http://schemas.microsoft.com/office/drawing/2014/main" id="{0CA952A7-65CF-45B1-ADC8-8C74C02E1297}"/>
              </a:ext>
            </a:extLst>
          </p:cNvPr>
          <p:cNvSpPr>
            <a:spLocks noGrp="1"/>
          </p:cNvSpPr>
          <p:nvPr>
            <p:ph type="body" sz="quarter" idx="38" hasCustomPrompt="1"/>
          </p:nvPr>
        </p:nvSpPr>
        <p:spPr bwMode="gray">
          <a:xfrm>
            <a:off x="6602906" y="3448051"/>
            <a:ext cx="853693" cy="679449"/>
          </a:xfrm>
        </p:spPr>
        <p:txBody>
          <a:bodyPr wrap="none" lIns="0" rIns="108000"/>
          <a:lstStyle>
            <a:lvl1pPr marL="0" indent="0" algn="r" defTabSz="914400" rtl="0" eaLnBrk="1" latinLnBrk="0" hangingPunct="1">
              <a:lnSpc>
                <a:spcPct val="110000"/>
              </a:lnSpc>
              <a:spcAft>
                <a:spcPts val="450"/>
              </a:spcAft>
              <a:buNone/>
              <a:defRPr lang="de-DE" sz="5400" b="1" kern="1200" dirty="0" smtClean="0">
                <a:solidFill>
                  <a:schemeClr val="bg1"/>
                </a:solidFill>
                <a:latin typeface="+mn-lt"/>
                <a:ea typeface="+mn-ea"/>
                <a:cs typeface="+mn-cs"/>
              </a:defRPr>
            </a:lvl1pPr>
          </a:lstStyle>
          <a:p>
            <a:pPr lvl="0"/>
            <a:r>
              <a:rPr lang="de-DE" err="1"/>
              <a:t>Nr</a:t>
            </a:r>
            <a:endParaRPr lang="de-DE"/>
          </a:p>
        </p:txBody>
      </p:sp>
      <p:sp>
        <p:nvSpPr>
          <p:cNvPr id="55" name="Textplatzhalter 31">
            <a:extLst>
              <a:ext uri="{FF2B5EF4-FFF2-40B4-BE49-F238E27FC236}">
                <a16:creationId xmlns:a16="http://schemas.microsoft.com/office/drawing/2014/main" id="{878748E8-C790-4A40-968B-38BAC091BAEB}"/>
              </a:ext>
            </a:extLst>
          </p:cNvPr>
          <p:cNvSpPr>
            <a:spLocks noGrp="1"/>
          </p:cNvSpPr>
          <p:nvPr>
            <p:ph type="body" sz="quarter" idx="39" hasCustomPrompt="1"/>
          </p:nvPr>
        </p:nvSpPr>
        <p:spPr bwMode="gray">
          <a:xfrm>
            <a:off x="8970606" y="3448051"/>
            <a:ext cx="853693" cy="679449"/>
          </a:xfrm>
        </p:spPr>
        <p:txBody>
          <a:bodyPr wrap="none" lIns="0" rIns="108000"/>
          <a:lstStyle>
            <a:lvl1pPr marL="0" indent="0" algn="r" defTabSz="914400" rtl="0" eaLnBrk="1" latinLnBrk="0" hangingPunct="1">
              <a:lnSpc>
                <a:spcPct val="110000"/>
              </a:lnSpc>
              <a:spcAft>
                <a:spcPts val="450"/>
              </a:spcAft>
              <a:buNone/>
              <a:defRPr lang="de-DE" sz="5400" b="1" kern="1200" dirty="0" smtClean="0">
                <a:solidFill>
                  <a:schemeClr val="bg1"/>
                </a:solidFill>
                <a:latin typeface="+mn-lt"/>
                <a:ea typeface="+mn-ea"/>
                <a:cs typeface="+mn-cs"/>
              </a:defRPr>
            </a:lvl1pPr>
          </a:lstStyle>
          <a:p>
            <a:pPr lvl="0"/>
            <a:r>
              <a:rPr lang="de-DE" err="1"/>
              <a:t>Nr</a:t>
            </a:r>
            <a:endParaRPr lang="de-DE"/>
          </a:p>
        </p:txBody>
      </p:sp>
      <p:sp>
        <p:nvSpPr>
          <p:cNvPr id="56" name="Textplatzhalter 31">
            <a:extLst>
              <a:ext uri="{FF2B5EF4-FFF2-40B4-BE49-F238E27FC236}">
                <a16:creationId xmlns:a16="http://schemas.microsoft.com/office/drawing/2014/main" id="{FA36C90D-61E5-49ED-9550-7F3A3C8FD063}"/>
              </a:ext>
            </a:extLst>
          </p:cNvPr>
          <p:cNvSpPr>
            <a:spLocks noGrp="1"/>
          </p:cNvSpPr>
          <p:nvPr>
            <p:ph type="body" sz="quarter" idx="40" hasCustomPrompt="1"/>
          </p:nvPr>
        </p:nvSpPr>
        <p:spPr bwMode="gray">
          <a:xfrm>
            <a:off x="11338307" y="3448051"/>
            <a:ext cx="853693" cy="679449"/>
          </a:xfrm>
        </p:spPr>
        <p:txBody>
          <a:bodyPr wrap="none" lIns="0" rIns="108000"/>
          <a:lstStyle>
            <a:lvl1pPr marL="0" indent="0" algn="r" defTabSz="914400" rtl="0" eaLnBrk="1" latinLnBrk="0" hangingPunct="1">
              <a:lnSpc>
                <a:spcPct val="110000"/>
              </a:lnSpc>
              <a:spcAft>
                <a:spcPts val="450"/>
              </a:spcAft>
              <a:buNone/>
              <a:defRPr lang="de-DE" sz="5400" b="1" kern="1200" dirty="0" smtClean="0">
                <a:solidFill>
                  <a:schemeClr val="bg1"/>
                </a:solidFill>
                <a:latin typeface="+mn-lt"/>
                <a:ea typeface="+mn-ea"/>
                <a:cs typeface="+mn-cs"/>
              </a:defRPr>
            </a:lvl1pPr>
          </a:lstStyle>
          <a:p>
            <a:pPr lvl="0"/>
            <a:r>
              <a:rPr lang="de-DE" err="1"/>
              <a:t>Nr</a:t>
            </a:r>
            <a:endParaRPr lang="de-DE"/>
          </a:p>
        </p:txBody>
      </p:sp>
      <p:sp>
        <p:nvSpPr>
          <p:cNvPr id="4" name="Datumsplatzhalter 3">
            <a:extLst>
              <a:ext uri="{FF2B5EF4-FFF2-40B4-BE49-F238E27FC236}">
                <a16:creationId xmlns:a16="http://schemas.microsoft.com/office/drawing/2014/main" id="{1CF6386E-BEB6-47B3-8FD9-AF57C4AB6637}"/>
              </a:ext>
            </a:extLst>
          </p:cNvPr>
          <p:cNvSpPr>
            <a:spLocks noGrp="1"/>
          </p:cNvSpPr>
          <p:nvPr>
            <p:ph type="dt" sz="half" idx="41"/>
          </p:nvPr>
        </p:nvSpPr>
        <p:spPr/>
        <p:txBody>
          <a:bodyPr/>
          <a:lstStyle/>
          <a:p>
            <a:fld id="{C23A61C8-69E1-4D95-8818-7D63E408B92D}" type="datetime1">
              <a:rPr lang="de-DE" smtClean="0"/>
              <a:t>15.10.2026</a:t>
            </a:fld>
            <a:endParaRPr lang="de-DE"/>
          </a:p>
        </p:txBody>
      </p:sp>
      <p:sp>
        <p:nvSpPr>
          <p:cNvPr id="8" name="Foliennummernplatzhalter 7">
            <a:extLst>
              <a:ext uri="{FF2B5EF4-FFF2-40B4-BE49-F238E27FC236}">
                <a16:creationId xmlns:a16="http://schemas.microsoft.com/office/drawing/2014/main" id="{CCF0C3EB-B5A9-425C-834B-3A02F0D34224}"/>
              </a:ext>
            </a:extLst>
          </p:cNvPr>
          <p:cNvSpPr>
            <a:spLocks noGrp="1"/>
          </p:cNvSpPr>
          <p:nvPr>
            <p:ph type="sldNum" sz="quarter" idx="43"/>
          </p:nvPr>
        </p:nvSpPr>
        <p:spPr/>
        <p:txBody>
          <a:bodyPr/>
          <a:lstStyle/>
          <a:p>
            <a:fld id="{2EA6AC58-99FC-40D1-8A10-4777F7BB7286}" type="slidenum">
              <a:rPr lang="de-DE" smtClean="0"/>
              <a:pPr/>
              <a:t>‹Nr.›</a:t>
            </a:fld>
            <a:endParaRPr lang="de-DE"/>
          </a:p>
        </p:txBody>
      </p:sp>
      <p:sp>
        <p:nvSpPr>
          <p:cNvPr id="5" name="Fußzeilenplatzhalter 1">
            <a:extLst>
              <a:ext uri="{FF2B5EF4-FFF2-40B4-BE49-F238E27FC236}">
                <a16:creationId xmlns:a16="http://schemas.microsoft.com/office/drawing/2014/main" id="{4FF7F1B4-39C3-3F6E-8EAE-89B6ECCD02F6}"/>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3883617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AGENDA 6-10">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C8BB40FA-A6DF-412F-A3FF-CE1F1D66B907}"/>
              </a:ext>
            </a:extLst>
          </p:cNvPr>
          <p:cNvSpPr>
            <a:spLocks noGrp="1"/>
          </p:cNvSpPr>
          <p:nvPr userDrawn="1">
            <p:ph type="pic" sz="quarter" idx="17"/>
          </p:nvPr>
        </p:nvSpPr>
        <p:spPr>
          <a:xfrm>
            <a:off x="45930" y="2482850"/>
            <a:ext cx="23040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5" name="Bildplatzhalter 2">
            <a:extLst>
              <a:ext uri="{FF2B5EF4-FFF2-40B4-BE49-F238E27FC236}">
                <a16:creationId xmlns:a16="http://schemas.microsoft.com/office/drawing/2014/main" id="{A8B88ED0-621F-4016-936F-FCBDE3270721}"/>
              </a:ext>
            </a:extLst>
          </p:cNvPr>
          <p:cNvSpPr>
            <a:spLocks noGrp="1"/>
          </p:cNvSpPr>
          <p:nvPr>
            <p:ph type="pic" sz="quarter" idx="29"/>
          </p:nvPr>
        </p:nvSpPr>
        <p:spPr>
          <a:xfrm>
            <a:off x="2402422" y="2482850"/>
            <a:ext cx="23040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6" name="Bildplatzhalter 2">
            <a:extLst>
              <a:ext uri="{FF2B5EF4-FFF2-40B4-BE49-F238E27FC236}">
                <a16:creationId xmlns:a16="http://schemas.microsoft.com/office/drawing/2014/main" id="{FDFECEEC-969D-4416-8E6E-30CDAA827BEB}"/>
              </a:ext>
            </a:extLst>
          </p:cNvPr>
          <p:cNvSpPr>
            <a:spLocks noGrp="1"/>
          </p:cNvSpPr>
          <p:nvPr>
            <p:ph type="pic" sz="quarter" idx="30"/>
          </p:nvPr>
        </p:nvSpPr>
        <p:spPr>
          <a:xfrm>
            <a:off x="4758914" y="2482850"/>
            <a:ext cx="23040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7" name="Bildplatzhalter 2">
            <a:extLst>
              <a:ext uri="{FF2B5EF4-FFF2-40B4-BE49-F238E27FC236}">
                <a16:creationId xmlns:a16="http://schemas.microsoft.com/office/drawing/2014/main" id="{20858FA0-9490-4EE6-84A6-B5802EEC6979}"/>
              </a:ext>
            </a:extLst>
          </p:cNvPr>
          <p:cNvSpPr>
            <a:spLocks noGrp="1"/>
          </p:cNvSpPr>
          <p:nvPr>
            <p:ph type="pic" sz="quarter" idx="31"/>
          </p:nvPr>
        </p:nvSpPr>
        <p:spPr>
          <a:xfrm>
            <a:off x="7115406" y="2482850"/>
            <a:ext cx="23040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8" name="Bildplatzhalter 2">
            <a:extLst>
              <a:ext uri="{FF2B5EF4-FFF2-40B4-BE49-F238E27FC236}">
                <a16:creationId xmlns:a16="http://schemas.microsoft.com/office/drawing/2014/main" id="{FF71FA2E-4AA7-4F48-BA58-858E9E440A45}"/>
              </a:ext>
            </a:extLst>
          </p:cNvPr>
          <p:cNvSpPr>
            <a:spLocks noGrp="1"/>
          </p:cNvSpPr>
          <p:nvPr>
            <p:ph type="pic" sz="quarter" idx="32"/>
          </p:nvPr>
        </p:nvSpPr>
        <p:spPr>
          <a:xfrm>
            <a:off x="9471899" y="2482850"/>
            <a:ext cx="23040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2" name="Textplatzhalter 31">
            <a:extLst>
              <a:ext uri="{FF2B5EF4-FFF2-40B4-BE49-F238E27FC236}">
                <a16:creationId xmlns:a16="http://schemas.microsoft.com/office/drawing/2014/main" id="{7B5BAE1A-5A96-4F30-9D45-13EEDA26AA05}"/>
              </a:ext>
            </a:extLst>
          </p:cNvPr>
          <p:cNvSpPr>
            <a:spLocks noGrp="1"/>
          </p:cNvSpPr>
          <p:nvPr>
            <p:ph type="body" sz="quarter" idx="25" hasCustomPrompt="1"/>
          </p:nvPr>
        </p:nvSpPr>
        <p:spPr bwMode="gray">
          <a:xfrm>
            <a:off x="1553767" y="3448051"/>
            <a:ext cx="796163" cy="679449"/>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23" name="Textplatzhalter 22">
            <a:extLst>
              <a:ext uri="{FF2B5EF4-FFF2-40B4-BE49-F238E27FC236}">
                <a16:creationId xmlns:a16="http://schemas.microsoft.com/office/drawing/2014/main" id="{9554B3B8-7CE1-424C-BAC3-7908386D744B}"/>
              </a:ext>
            </a:extLst>
          </p:cNvPr>
          <p:cNvSpPr>
            <a:spLocks noGrp="1"/>
          </p:cNvSpPr>
          <p:nvPr>
            <p:ph type="body" sz="quarter" idx="21"/>
          </p:nvPr>
        </p:nvSpPr>
        <p:spPr>
          <a:xfrm>
            <a:off x="45930" y="4278313"/>
            <a:ext cx="2304000" cy="554037"/>
          </a:xfrm>
        </p:spPr>
        <p:txBody>
          <a:bodyPr rIns="180000"/>
          <a:lstStyle>
            <a:lvl1pPr marL="0" indent="0" algn="l" defTabSz="914400" rtl="0" eaLnBrk="1" latinLnBrk="0" hangingPunct="1">
              <a:lnSpc>
                <a:spcPct val="100000"/>
              </a:lnSpc>
              <a:spcAft>
                <a:spcPts val="0"/>
              </a:spcAft>
              <a:buNone/>
              <a:defRPr lang="de-DE" sz="1600" kern="1200" dirty="0" smtClean="0">
                <a:solidFill>
                  <a:schemeClr val="accent5"/>
                </a:solidFill>
                <a:latin typeface="+mn-lt"/>
                <a:ea typeface="+mn-ea"/>
                <a:cs typeface="+mn-cs"/>
              </a:defRPr>
            </a:lvl1pPr>
            <a:lvl2pPr marL="179995" indent="0">
              <a:lnSpc>
                <a:spcPct val="100000"/>
              </a:lnSpc>
              <a:spcAft>
                <a:spcPts val="0"/>
              </a:spcAft>
              <a:buNone/>
              <a:defRPr sz="1200">
                <a:latin typeface="+mn-lt"/>
              </a:defRPr>
            </a:lvl2pPr>
          </a:lstStyle>
          <a:p>
            <a:pPr lvl="0"/>
            <a:r>
              <a:rPr lang="de-DE"/>
              <a:t>Mastertextformat bearbeiten</a:t>
            </a:r>
          </a:p>
          <a:p>
            <a:pPr lvl="1"/>
            <a:endParaRPr lang="en-GB"/>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49" name="Textplatzhalter 22">
            <a:extLst>
              <a:ext uri="{FF2B5EF4-FFF2-40B4-BE49-F238E27FC236}">
                <a16:creationId xmlns:a16="http://schemas.microsoft.com/office/drawing/2014/main" id="{4A8E0CBB-0727-453D-BACE-CD68C7574146}"/>
              </a:ext>
            </a:extLst>
          </p:cNvPr>
          <p:cNvSpPr>
            <a:spLocks noGrp="1"/>
          </p:cNvSpPr>
          <p:nvPr>
            <p:ph type="body" sz="quarter" idx="33"/>
          </p:nvPr>
        </p:nvSpPr>
        <p:spPr>
          <a:xfrm>
            <a:off x="2402422" y="4278313"/>
            <a:ext cx="2304000" cy="554037"/>
          </a:xfrm>
        </p:spPr>
        <p:txBody>
          <a:bodyPr rIns="180000"/>
          <a:lstStyle>
            <a:lvl1pPr marL="0" indent="0" algn="l" defTabSz="914400" rtl="0" eaLnBrk="1" latinLnBrk="0" hangingPunct="1">
              <a:lnSpc>
                <a:spcPct val="100000"/>
              </a:lnSpc>
              <a:spcAft>
                <a:spcPts val="0"/>
              </a:spcAft>
              <a:buNone/>
              <a:defRPr lang="de-DE" sz="1600" kern="1200" dirty="0" smtClean="0">
                <a:solidFill>
                  <a:schemeClr val="accent5"/>
                </a:solidFill>
                <a:latin typeface="+mn-lt"/>
                <a:ea typeface="+mn-ea"/>
                <a:cs typeface="+mn-cs"/>
              </a:defRPr>
            </a:lvl1pPr>
            <a:lvl2pPr marL="179995" indent="0">
              <a:lnSpc>
                <a:spcPct val="100000"/>
              </a:lnSpc>
              <a:spcAft>
                <a:spcPts val="0"/>
              </a:spcAft>
              <a:buNone/>
              <a:defRPr sz="1200">
                <a:latin typeface="+mn-lt"/>
              </a:defRPr>
            </a:lvl2pPr>
          </a:lstStyle>
          <a:p>
            <a:pPr lvl="0"/>
            <a:r>
              <a:rPr lang="de-DE"/>
              <a:t>Mastertextformat bearbeiten</a:t>
            </a:r>
          </a:p>
          <a:p>
            <a:pPr lvl="1"/>
            <a:endParaRPr lang="en-GB"/>
          </a:p>
        </p:txBody>
      </p:sp>
      <p:sp>
        <p:nvSpPr>
          <p:cNvPr id="50" name="Textplatzhalter 22">
            <a:extLst>
              <a:ext uri="{FF2B5EF4-FFF2-40B4-BE49-F238E27FC236}">
                <a16:creationId xmlns:a16="http://schemas.microsoft.com/office/drawing/2014/main" id="{3E82AFD7-963F-4DCA-A4BD-D4CFF29CC8A5}"/>
              </a:ext>
            </a:extLst>
          </p:cNvPr>
          <p:cNvSpPr>
            <a:spLocks noGrp="1"/>
          </p:cNvSpPr>
          <p:nvPr>
            <p:ph type="body" sz="quarter" idx="34"/>
          </p:nvPr>
        </p:nvSpPr>
        <p:spPr>
          <a:xfrm>
            <a:off x="4758914" y="4278313"/>
            <a:ext cx="2304000" cy="554037"/>
          </a:xfrm>
        </p:spPr>
        <p:txBody>
          <a:bodyPr rIns="180000"/>
          <a:lstStyle>
            <a:lvl1pPr marL="0" indent="0" algn="l" defTabSz="914400" rtl="0" eaLnBrk="1" latinLnBrk="0" hangingPunct="1">
              <a:lnSpc>
                <a:spcPct val="100000"/>
              </a:lnSpc>
              <a:spcAft>
                <a:spcPts val="0"/>
              </a:spcAft>
              <a:buNone/>
              <a:defRPr lang="de-DE" sz="1600" kern="1200" dirty="0" smtClean="0">
                <a:solidFill>
                  <a:schemeClr val="accent5"/>
                </a:solidFill>
                <a:latin typeface="+mn-lt"/>
                <a:ea typeface="+mn-ea"/>
                <a:cs typeface="+mn-cs"/>
              </a:defRPr>
            </a:lvl1pPr>
            <a:lvl2pPr marL="179995" indent="0">
              <a:lnSpc>
                <a:spcPct val="100000"/>
              </a:lnSpc>
              <a:spcAft>
                <a:spcPts val="0"/>
              </a:spcAft>
              <a:buNone/>
              <a:defRPr sz="1200">
                <a:latin typeface="+mn-lt"/>
              </a:defRPr>
            </a:lvl2pPr>
          </a:lstStyle>
          <a:p>
            <a:pPr lvl="0"/>
            <a:r>
              <a:rPr lang="de-DE"/>
              <a:t>Mastertextformat bearbeiten</a:t>
            </a:r>
          </a:p>
          <a:p>
            <a:pPr lvl="1"/>
            <a:endParaRPr lang="en-GB"/>
          </a:p>
        </p:txBody>
      </p:sp>
      <p:sp>
        <p:nvSpPr>
          <p:cNvPr id="51" name="Textplatzhalter 22">
            <a:extLst>
              <a:ext uri="{FF2B5EF4-FFF2-40B4-BE49-F238E27FC236}">
                <a16:creationId xmlns:a16="http://schemas.microsoft.com/office/drawing/2014/main" id="{2D5E245D-5791-47C6-B3BD-0CF573D2232F}"/>
              </a:ext>
            </a:extLst>
          </p:cNvPr>
          <p:cNvSpPr>
            <a:spLocks noGrp="1"/>
          </p:cNvSpPr>
          <p:nvPr>
            <p:ph type="body" sz="quarter" idx="35"/>
          </p:nvPr>
        </p:nvSpPr>
        <p:spPr>
          <a:xfrm>
            <a:off x="7115406" y="4278313"/>
            <a:ext cx="2304000" cy="554037"/>
          </a:xfrm>
        </p:spPr>
        <p:txBody>
          <a:bodyPr rIns="180000"/>
          <a:lstStyle>
            <a:lvl1pPr marL="0" indent="0" algn="l" defTabSz="914400" rtl="0" eaLnBrk="1" latinLnBrk="0" hangingPunct="1">
              <a:lnSpc>
                <a:spcPct val="100000"/>
              </a:lnSpc>
              <a:spcAft>
                <a:spcPts val="0"/>
              </a:spcAft>
              <a:buNone/>
              <a:defRPr lang="de-DE" sz="1600" kern="1200" dirty="0" smtClean="0">
                <a:solidFill>
                  <a:schemeClr val="accent5"/>
                </a:solidFill>
                <a:latin typeface="+mn-lt"/>
                <a:ea typeface="+mn-ea"/>
                <a:cs typeface="+mn-cs"/>
              </a:defRPr>
            </a:lvl1pPr>
            <a:lvl2pPr marL="179995" indent="0">
              <a:lnSpc>
                <a:spcPct val="100000"/>
              </a:lnSpc>
              <a:spcAft>
                <a:spcPts val="0"/>
              </a:spcAft>
              <a:buNone/>
              <a:defRPr sz="1200">
                <a:latin typeface="+mn-lt"/>
              </a:defRPr>
            </a:lvl2pPr>
          </a:lstStyle>
          <a:p>
            <a:pPr lvl="0"/>
            <a:r>
              <a:rPr lang="de-DE"/>
              <a:t>Mastertextformat bearbeiten</a:t>
            </a:r>
          </a:p>
          <a:p>
            <a:pPr lvl="1"/>
            <a:endParaRPr lang="en-GB"/>
          </a:p>
        </p:txBody>
      </p:sp>
      <p:sp>
        <p:nvSpPr>
          <p:cNvPr id="52" name="Textplatzhalter 22">
            <a:extLst>
              <a:ext uri="{FF2B5EF4-FFF2-40B4-BE49-F238E27FC236}">
                <a16:creationId xmlns:a16="http://schemas.microsoft.com/office/drawing/2014/main" id="{E553A77D-F480-425F-8276-E4F80CE544EF}"/>
              </a:ext>
            </a:extLst>
          </p:cNvPr>
          <p:cNvSpPr>
            <a:spLocks noGrp="1"/>
          </p:cNvSpPr>
          <p:nvPr>
            <p:ph type="body" sz="quarter" idx="36"/>
          </p:nvPr>
        </p:nvSpPr>
        <p:spPr>
          <a:xfrm>
            <a:off x="9471899" y="4278313"/>
            <a:ext cx="2304000" cy="554037"/>
          </a:xfrm>
        </p:spPr>
        <p:txBody>
          <a:bodyPr rIns="180000"/>
          <a:lstStyle>
            <a:lvl1pPr marL="0" indent="0" algn="l" defTabSz="914400" rtl="0" eaLnBrk="1" latinLnBrk="0" hangingPunct="1">
              <a:lnSpc>
                <a:spcPct val="100000"/>
              </a:lnSpc>
              <a:spcAft>
                <a:spcPts val="0"/>
              </a:spcAft>
              <a:buNone/>
              <a:defRPr lang="de-DE" sz="1600" kern="1200" dirty="0" smtClean="0">
                <a:solidFill>
                  <a:schemeClr val="accent5"/>
                </a:solidFill>
                <a:latin typeface="+mn-lt"/>
                <a:ea typeface="+mn-ea"/>
                <a:cs typeface="+mn-cs"/>
              </a:defRPr>
            </a:lvl1pPr>
            <a:lvl2pPr marL="179995" indent="0">
              <a:lnSpc>
                <a:spcPct val="100000"/>
              </a:lnSpc>
              <a:spcAft>
                <a:spcPts val="0"/>
              </a:spcAft>
              <a:buNone/>
              <a:defRPr sz="1200">
                <a:latin typeface="+mn-lt"/>
              </a:defRPr>
            </a:lvl2pPr>
          </a:lstStyle>
          <a:p>
            <a:pPr lvl="0"/>
            <a:r>
              <a:rPr lang="de-DE"/>
              <a:t>Mastertextformat bearbeiten</a:t>
            </a:r>
          </a:p>
          <a:p>
            <a:pPr lvl="1"/>
            <a:endParaRPr lang="en-GB"/>
          </a:p>
        </p:txBody>
      </p:sp>
      <p:sp>
        <p:nvSpPr>
          <p:cNvPr id="53" name="Textplatzhalter 31">
            <a:extLst>
              <a:ext uri="{FF2B5EF4-FFF2-40B4-BE49-F238E27FC236}">
                <a16:creationId xmlns:a16="http://schemas.microsoft.com/office/drawing/2014/main" id="{3C2272B7-4B8A-42F0-AAE4-EB624A77C557}"/>
              </a:ext>
            </a:extLst>
          </p:cNvPr>
          <p:cNvSpPr>
            <a:spLocks noGrp="1"/>
          </p:cNvSpPr>
          <p:nvPr>
            <p:ph type="body" sz="quarter" idx="37" hasCustomPrompt="1"/>
          </p:nvPr>
        </p:nvSpPr>
        <p:spPr bwMode="gray">
          <a:xfrm>
            <a:off x="3910259" y="3448051"/>
            <a:ext cx="796163" cy="679449"/>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54" name="Textplatzhalter 31">
            <a:extLst>
              <a:ext uri="{FF2B5EF4-FFF2-40B4-BE49-F238E27FC236}">
                <a16:creationId xmlns:a16="http://schemas.microsoft.com/office/drawing/2014/main" id="{0CA952A7-65CF-45B1-ADC8-8C74C02E1297}"/>
              </a:ext>
            </a:extLst>
          </p:cNvPr>
          <p:cNvSpPr>
            <a:spLocks noGrp="1"/>
          </p:cNvSpPr>
          <p:nvPr>
            <p:ph type="body" sz="quarter" idx="38" hasCustomPrompt="1"/>
          </p:nvPr>
        </p:nvSpPr>
        <p:spPr bwMode="gray">
          <a:xfrm>
            <a:off x="6266751" y="3448051"/>
            <a:ext cx="796163" cy="679449"/>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55" name="Textplatzhalter 31">
            <a:extLst>
              <a:ext uri="{FF2B5EF4-FFF2-40B4-BE49-F238E27FC236}">
                <a16:creationId xmlns:a16="http://schemas.microsoft.com/office/drawing/2014/main" id="{878748E8-C790-4A40-968B-38BAC091BAEB}"/>
              </a:ext>
            </a:extLst>
          </p:cNvPr>
          <p:cNvSpPr>
            <a:spLocks noGrp="1"/>
          </p:cNvSpPr>
          <p:nvPr>
            <p:ph type="body" sz="quarter" idx="39" hasCustomPrompt="1"/>
          </p:nvPr>
        </p:nvSpPr>
        <p:spPr bwMode="gray">
          <a:xfrm>
            <a:off x="8623243" y="3448051"/>
            <a:ext cx="796163" cy="679449"/>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56" name="Textplatzhalter 31">
            <a:extLst>
              <a:ext uri="{FF2B5EF4-FFF2-40B4-BE49-F238E27FC236}">
                <a16:creationId xmlns:a16="http://schemas.microsoft.com/office/drawing/2014/main" id="{FA36C90D-61E5-49ED-9550-7F3A3C8FD063}"/>
              </a:ext>
            </a:extLst>
          </p:cNvPr>
          <p:cNvSpPr>
            <a:spLocks noGrp="1"/>
          </p:cNvSpPr>
          <p:nvPr>
            <p:ph type="body" sz="quarter" idx="40" hasCustomPrompt="1"/>
          </p:nvPr>
        </p:nvSpPr>
        <p:spPr bwMode="gray">
          <a:xfrm>
            <a:off x="10979736" y="3448051"/>
            <a:ext cx="796163" cy="679449"/>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4" name="Datumsplatzhalter 3">
            <a:extLst>
              <a:ext uri="{FF2B5EF4-FFF2-40B4-BE49-F238E27FC236}">
                <a16:creationId xmlns:a16="http://schemas.microsoft.com/office/drawing/2014/main" id="{E33A1CD6-87B4-4450-A32D-FDA2DE069646}"/>
              </a:ext>
            </a:extLst>
          </p:cNvPr>
          <p:cNvSpPr>
            <a:spLocks noGrp="1"/>
          </p:cNvSpPr>
          <p:nvPr>
            <p:ph type="dt" sz="half" idx="41"/>
          </p:nvPr>
        </p:nvSpPr>
        <p:spPr/>
        <p:txBody>
          <a:bodyPr/>
          <a:lstStyle/>
          <a:p>
            <a:fld id="{23EF9281-ED58-4DD2-9E47-03430ADBA474}" type="datetime1">
              <a:rPr lang="de-DE" smtClean="0"/>
              <a:t>15.10.2026</a:t>
            </a:fld>
            <a:endParaRPr lang="de-DE"/>
          </a:p>
        </p:txBody>
      </p:sp>
      <p:sp>
        <p:nvSpPr>
          <p:cNvPr id="8" name="Foliennummernplatzhalter 7">
            <a:extLst>
              <a:ext uri="{FF2B5EF4-FFF2-40B4-BE49-F238E27FC236}">
                <a16:creationId xmlns:a16="http://schemas.microsoft.com/office/drawing/2014/main" id="{31E3432F-A03C-4E37-8E37-2553CB5C0F8A}"/>
              </a:ext>
            </a:extLst>
          </p:cNvPr>
          <p:cNvSpPr>
            <a:spLocks noGrp="1"/>
          </p:cNvSpPr>
          <p:nvPr>
            <p:ph type="sldNum" sz="quarter" idx="43"/>
          </p:nvPr>
        </p:nvSpPr>
        <p:spPr/>
        <p:txBody>
          <a:bodyPr/>
          <a:lstStyle/>
          <a:p>
            <a:fld id="{2EA6AC58-99FC-40D1-8A10-4777F7BB7286}" type="slidenum">
              <a:rPr lang="de-DE" smtClean="0"/>
              <a:pPr/>
              <a:t>‹Nr.›</a:t>
            </a:fld>
            <a:endParaRPr lang="de-DE"/>
          </a:p>
        </p:txBody>
      </p:sp>
      <p:sp>
        <p:nvSpPr>
          <p:cNvPr id="5" name="Fußzeilenplatzhalter 1">
            <a:extLst>
              <a:ext uri="{FF2B5EF4-FFF2-40B4-BE49-F238E27FC236}">
                <a16:creationId xmlns:a16="http://schemas.microsoft.com/office/drawing/2014/main" id="{778FDA85-B8E0-0A29-A6A3-EC03D1EF9CA3}"/>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213731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AGENDA 1-6">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C8BB40FA-A6DF-412F-A3FF-CE1F1D66B907}"/>
              </a:ext>
            </a:extLst>
          </p:cNvPr>
          <p:cNvSpPr>
            <a:spLocks noGrp="1"/>
          </p:cNvSpPr>
          <p:nvPr userDrawn="1">
            <p:ph type="pic" sz="quarter" idx="17"/>
          </p:nvPr>
        </p:nvSpPr>
        <p:spPr>
          <a:xfrm>
            <a:off x="406399" y="2482850"/>
            <a:ext cx="19224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8" name="Bildplatzhalter 2">
            <a:extLst>
              <a:ext uri="{FF2B5EF4-FFF2-40B4-BE49-F238E27FC236}">
                <a16:creationId xmlns:a16="http://schemas.microsoft.com/office/drawing/2014/main" id="{FAD2C9EC-A404-40B4-B5FD-58574029319A}"/>
              </a:ext>
            </a:extLst>
          </p:cNvPr>
          <p:cNvSpPr>
            <a:spLocks noGrp="1"/>
          </p:cNvSpPr>
          <p:nvPr>
            <p:ph type="pic" sz="quarter" idx="41"/>
          </p:nvPr>
        </p:nvSpPr>
        <p:spPr>
          <a:xfrm>
            <a:off x="2378988" y="2482850"/>
            <a:ext cx="19224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9" name="Bildplatzhalter 2">
            <a:extLst>
              <a:ext uri="{FF2B5EF4-FFF2-40B4-BE49-F238E27FC236}">
                <a16:creationId xmlns:a16="http://schemas.microsoft.com/office/drawing/2014/main" id="{391D95C0-852E-4A57-A6A7-4B1E29521E10}"/>
              </a:ext>
            </a:extLst>
          </p:cNvPr>
          <p:cNvSpPr>
            <a:spLocks noGrp="1"/>
          </p:cNvSpPr>
          <p:nvPr>
            <p:ph type="pic" sz="quarter" idx="42"/>
          </p:nvPr>
        </p:nvSpPr>
        <p:spPr>
          <a:xfrm>
            <a:off x="4351577" y="2482850"/>
            <a:ext cx="19224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0" name="Bildplatzhalter 2">
            <a:extLst>
              <a:ext uri="{FF2B5EF4-FFF2-40B4-BE49-F238E27FC236}">
                <a16:creationId xmlns:a16="http://schemas.microsoft.com/office/drawing/2014/main" id="{EA54D829-207B-48B7-B63C-C460979627A9}"/>
              </a:ext>
            </a:extLst>
          </p:cNvPr>
          <p:cNvSpPr>
            <a:spLocks noGrp="1"/>
          </p:cNvSpPr>
          <p:nvPr>
            <p:ph type="pic" sz="quarter" idx="43"/>
          </p:nvPr>
        </p:nvSpPr>
        <p:spPr>
          <a:xfrm>
            <a:off x="6324166" y="2482850"/>
            <a:ext cx="19224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1" name="Bildplatzhalter 2">
            <a:extLst>
              <a:ext uri="{FF2B5EF4-FFF2-40B4-BE49-F238E27FC236}">
                <a16:creationId xmlns:a16="http://schemas.microsoft.com/office/drawing/2014/main" id="{F86EAF73-6C26-4CAF-86AF-4F4A93A4591B}"/>
              </a:ext>
            </a:extLst>
          </p:cNvPr>
          <p:cNvSpPr>
            <a:spLocks noGrp="1"/>
          </p:cNvSpPr>
          <p:nvPr>
            <p:ph type="pic" sz="quarter" idx="44"/>
          </p:nvPr>
        </p:nvSpPr>
        <p:spPr>
          <a:xfrm>
            <a:off x="8296755" y="2482850"/>
            <a:ext cx="19224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2" name="Bildplatzhalter 2">
            <a:extLst>
              <a:ext uri="{FF2B5EF4-FFF2-40B4-BE49-F238E27FC236}">
                <a16:creationId xmlns:a16="http://schemas.microsoft.com/office/drawing/2014/main" id="{96BB7397-446D-404D-9AB6-DC910A2F94D6}"/>
              </a:ext>
            </a:extLst>
          </p:cNvPr>
          <p:cNvSpPr>
            <a:spLocks noGrp="1"/>
          </p:cNvSpPr>
          <p:nvPr>
            <p:ph type="pic" sz="quarter" idx="45"/>
          </p:nvPr>
        </p:nvSpPr>
        <p:spPr>
          <a:xfrm>
            <a:off x="10269342" y="2482850"/>
            <a:ext cx="19224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2" name="Textplatzhalter 31">
            <a:extLst>
              <a:ext uri="{FF2B5EF4-FFF2-40B4-BE49-F238E27FC236}">
                <a16:creationId xmlns:a16="http://schemas.microsoft.com/office/drawing/2014/main" id="{7B5BAE1A-5A96-4F30-9D45-13EEDA26AA05}"/>
              </a:ext>
            </a:extLst>
          </p:cNvPr>
          <p:cNvSpPr>
            <a:spLocks noGrp="1"/>
          </p:cNvSpPr>
          <p:nvPr>
            <p:ph type="body" sz="quarter" idx="25" hasCustomPrompt="1"/>
          </p:nvPr>
        </p:nvSpPr>
        <p:spPr bwMode="gray">
          <a:xfrm>
            <a:off x="1533199"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23" name="Textplatzhalter 22">
            <a:extLst>
              <a:ext uri="{FF2B5EF4-FFF2-40B4-BE49-F238E27FC236}">
                <a16:creationId xmlns:a16="http://schemas.microsoft.com/office/drawing/2014/main" id="{9554B3B8-7CE1-424C-BAC3-7908386D744B}"/>
              </a:ext>
            </a:extLst>
          </p:cNvPr>
          <p:cNvSpPr>
            <a:spLocks noGrp="1"/>
          </p:cNvSpPr>
          <p:nvPr>
            <p:ph type="body" sz="quarter" idx="21"/>
          </p:nvPr>
        </p:nvSpPr>
        <p:spPr>
          <a:xfrm>
            <a:off x="406399" y="4278313"/>
            <a:ext cx="19224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B4E15762-D680-43A0-93A2-C2D87667BD85}"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43" name="Textplatzhalter 22">
            <a:extLst>
              <a:ext uri="{FF2B5EF4-FFF2-40B4-BE49-F238E27FC236}">
                <a16:creationId xmlns:a16="http://schemas.microsoft.com/office/drawing/2014/main" id="{96688425-014E-482C-99E2-244B208F551E}"/>
              </a:ext>
            </a:extLst>
          </p:cNvPr>
          <p:cNvSpPr>
            <a:spLocks noGrp="1"/>
          </p:cNvSpPr>
          <p:nvPr>
            <p:ph type="body" sz="quarter" idx="46"/>
          </p:nvPr>
        </p:nvSpPr>
        <p:spPr>
          <a:xfrm>
            <a:off x="2377159" y="4278313"/>
            <a:ext cx="19224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44" name="Textplatzhalter 22">
            <a:extLst>
              <a:ext uri="{FF2B5EF4-FFF2-40B4-BE49-F238E27FC236}">
                <a16:creationId xmlns:a16="http://schemas.microsoft.com/office/drawing/2014/main" id="{B1FA8C5C-52A7-4A6E-B522-9BE5909499D3}"/>
              </a:ext>
            </a:extLst>
          </p:cNvPr>
          <p:cNvSpPr>
            <a:spLocks noGrp="1"/>
          </p:cNvSpPr>
          <p:nvPr>
            <p:ph type="body" sz="quarter" idx="47"/>
          </p:nvPr>
        </p:nvSpPr>
        <p:spPr>
          <a:xfrm>
            <a:off x="4347919" y="4278313"/>
            <a:ext cx="19224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57" name="Textplatzhalter 22">
            <a:extLst>
              <a:ext uri="{FF2B5EF4-FFF2-40B4-BE49-F238E27FC236}">
                <a16:creationId xmlns:a16="http://schemas.microsoft.com/office/drawing/2014/main" id="{4687E76B-90EA-48D7-83BB-9384B63D58AA}"/>
              </a:ext>
            </a:extLst>
          </p:cNvPr>
          <p:cNvSpPr>
            <a:spLocks noGrp="1"/>
          </p:cNvSpPr>
          <p:nvPr>
            <p:ph type="body" sz="quarter" idx="48"/>
          </p:nvPr>
        </p:nvSpPr>
        <p:spPr>
          <a:xfrm>
            <a:off x="6318679" y="4278313"/>
            <a:ext cx="19224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58" name="Textplatzhalter 22">
            <a:extLst>
              <a:ext uri="{FF2B5EF4-FFF2-40B4-BE49-F238E27FC236}">
                <a16:creationId xmlns:a16="http://schemas.microsoft.com/office/drawing/2014/main" id="{854E7047-2EB6-4333-8AFC-E63108A82436}"/>
              </a:ext>
            </a:extLst>
          </p:cNvPr>
          <p:cNvSpPr>
            <a:spLocks noGrp="1"/>
          </p:cNvSpPr>
          <p:nvPr>
            <p:ph type="body" sz="quarter" idx="49"/>
          </p:nvPr>
        </p:nvSpPr>
        <p:spPr>
          <a:xfrm>
            <a:off x="8289439" y="4278313"/>
            <a:ext cx="19224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59" name="Textplatzhalter 22">
            <a:extLst>
              <a:ext uri="{FF2B5EF4-FFF2-40B4-BE49-F238E27FC236}">
                <a16:creationId xmlns:a16="http://schemas.microsoft.com/office/drawing/2014/main" id="{0602289A-5675-4DC8-9082-FEF8048629AB}"/>
              </a:ext>
            </a:extLst>
          </p:cNvPr>
          <p:cNvSpPr>
            <a:spLocks noGrp="1"/>
          </p:cNvSpPr>
          <p:nvPr>
            <p:ph type="body" sz="quarter" idx="50"/>
          </p:nvPr>
        </p:nvSpPr>
        <p:spPr>
          <a:xfrm>
            <a:off x="10260198" y="4278313"/>
            <a:ext cx="19224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60" name="Textplatzhalter 31">
            <a:extLst>
              <a:ext uri="{FF2B5EF4-FFF2-40B4-BE49-F238E27FC236}">
                <a16:creationId xmlns:a16="http://schemas.microsoft.com/office/drawing/2014/main" id="{B140ADCF-882F-4794-9BFA-F27F941B2DA2}"/>
              </a:ext>
            </a:extLst>
          </p:cNvPr>
          <p:cNvSpPr>
            <a:spLocks noGrp="1"/>
          </p:cNvSpPr>
          <p:nvPr>
            <p:ph type="body" sz="quarter" idx="51" hasCustomPrompt="1"/>
          </p:nvPr>
        </p:nvSpPr>
        <p:spPr bwMode="gray">
          <a:xfrm>
            <a:off x="3505788"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61" name="Textplatzhalter 31">
            <a:extLst>
              <a:ext uri="{FF2B5EF4-FFF2-40B4-BE49-F238E27FC236}">
                <a16:creationId xmlns:a16="http://schemas.microsoft.com/office/drawing/2014/main" id="{CD46AC46-7CC9-4463-9DDC-035C19F74A71}"/>
              </a:ext>
            </a:extLst>
          </p:cNvPr>
          <p:cNvSpPr>
            <a:spLocks noGrp="1"/>
          </p:cNvSpPr>
          <p:nvPr>
            <p:ph type="body" sz="quarter" idx="52" hasCustomPrompt="1"/>
          </p:nvPr>
        </p:nvSpPr>
        <p:spPr bwMode="gray">
          <a:xfrm>
            <a:off x="5478377"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62" name="Textplatzhalter 31">
            <a:extLst>
              <a:ext uri="{FF2B5EF4-FFF2-40B4-BE49-F238E27FC236}">
                <a16:creationId xmlns:a16="http://schemas.microsoft.com/office/drawing/2014/main" id="{30500A88-F864-4D5A-9EBB-3CD52EF2BDAF}"/>
              </a:ext>
            </a:extLst>
          </p:cNvPr>
          <p:cNvSpPr>
            <a:spLocks noGrp="1"/>
          </p:cNvSpPr>
          <p:nvPr>
            <p:ph type="body" sz="quarter" idx="53" hasCustomPrompt="1"/>
          </p:nvPr>
        </p:nvSpPr>
        <p:spPr bwMode="gray">
          <a:xfrm>
            <a:off x="7450966"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63" name="Textplatzhalter 31">
            <a:extLst>
              <a:ext uri="{FF2B5EF4-FFF2-40B4-BE49-F238E27FC236}">
                <a16:creationId xmlns:a16="http://schemas.microsoft.com/office/drawing/2014/main" id="{9726E764-D871-4772-B4FA-944BA4945377}"/>
              </a:ext>
            </a:extLst>
          </p:cNvPr>
          <p:cNvSpPr>
            <a:spLocks noGrp="1"/>
          </p:cNvSpPr>
          <p:nvPr>
            <p:ph type="body" sz="quarter" idx="54" hasCustomPrompt="1"/>
          </p:nvPr>
        </p:nvSpPr>
        <p:spPr bwMode="gray">
          <a:xfrm>
            <a:off x="9423555"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64" name="Textplatzhalter 31">
            <a:extLst>
              <a:ext uri="{FF2B5EF4-FFF2-40B4-BE49-F238E27FC236}">
                <a16:creationId xmlns:a16="http://schemas.microsoft.com/office/drawing/2014/main" id="{A099615A-9F6D-4D5F-9F4B-8774CDA45F72}"/>
              </a:ext>
            </a:extLst>
          </p:cNvPr>
          <p:cNvSpPr>
            <a:spLocks noGrp="1"/>
          </p:cNvSpPr>
          <p:nvPr>
            <p:ph type="body" sz="quarter" idx="55" hasCustomPrompt="1"/>
          </p:nvPr>
        </p:nvSpPr>
        <p:spPr bwMode="gray">
          <a:xfrm>
            <a:off x="11396142"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2" name="Fußzeilenplatzhalter 1">
            <a:extLst>
              <a:ext uri="{FF2B5EF4-FFF2-40B4-BE49-F238E27FC236}">
                <a16:creationId xmlns:a16="http://schemas.microsoft.com/office/drawing/2014/main" id="{21B87C45-400E-CE7C-9638-BBF1C803CBCA}"/>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2793835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AGENDA 7-12">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C8BB40FA-A6DF-412F-A3FF-CE1F1D66B907}"/>
              </a:ext>
            </a:extLst>
          </p:cNvPr>
          <p:cNvSpPr>
            <a:spLocks noGrp="1"/>
          </p:cNvSpPr>
          <p:nvPr userDrawn="1">
            <p:ph type="pic" sz="quarter" idx="17"/>
          </p:nvPr>
        </p:nvSpPr>
        <p:spPr>
          <a:xfrm>
            <a:off x="44451" y="2482850"/>
            <a:ext cx="19152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8" name="Bildplatzhalter 2">
            <a:extLst>
              <a:ext uri="{FF2B5EF4-FFF2-40B4-BE49-F238E27FC236}">
                <a16:creationId xmlns:a16="http://schemas.microsoft.com/office/drawing/2014/main" id="{FAD2C9EC-A404-40B4-B5FD-58574029319A}"/>
              </a:ext>
            </a:extLst>
          </p:cNvPr>
          <p:cNvSpPr>
            <a:spLocks noGrp="1"/>
          </p:cNvSpPr>
          <p:nvPr>
            <p:ph type="pic" sz="quarter" idx="41"/>
          </p:nvPr>
        </p:nvSpPr>
        <p:spPr>
          <a:xfrm>
            <a:off x="2009958" y="2482850"/>
            <a:ext cx="19152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9" name="Bildplatzhalter 2">
            <a:extLst>
              <a:ext uri="{FF2B5EF4-FFF2-40B4-BE49-F238E27FC236}">
                <a16:creationId xmlns:a16="http://schemas.microsoft.com/office/drawing/2014/main" id="{391D95C0-852E-4A57-A6A7-4B1E29521E10}"/>
              </a:ext>
            </a:extLst>
          </p:cNvPr>
          <p:cNvSpPr>
            <a:spLocks noGrp="1"/>
          </p:cNvSpPr>
          <p:nvPr>
            <p:ph type="pic" sz="quarter" idx="42"/>
          </p:nvPr>
        </p:nvSpPr>
        <p:spPr>
          <a:xfrm>
            <a:off x="3975465" y="2482850"/>
            <a:ext cx="19152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0" name="Bildplatzhalter 2">
            <a:extLst>
              <a:ext uri="{FF2B5EF4-FFF2-40B4-BE49-F238E27FC236}">
                <a16:creationId xmlns:a16="http://schemas.microsoft.com/office/drawing/2014/main" id="{EA54D829-207B-48B7-B63C-C460979627A9}"/>
              </a:ext>
            </a:extLst>
          </p:cNvPr>
          <p:cNvSpPr>
            <a:spLocks noGrp="1"/>
          </p:cNvSpPr>
          <p:nvPr>
            <p:ph type="pic" sz="quarter" idx="43"/>
          </p:nvPr>
        </p:nvSpPr>
        <p:spPr>
          <a:xfrm>
            <a:off x="5940972" y="2482850"/>
            <a:ext cx="19152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1" name="Bildplatzhalter 2">
            <a:extLst>
              <a:ext uri="{FF2B5EF4-FFF2-40B4-BE49-F238E27FC236}">
                <a16:creationId xmlns:a16="http://schemas.microsoft.com/office/drawing/2014/main" id="{F86EAF73-6C26-4CAF-86AF-4F4A93A4591B}"/>
              </a:ext>
            </a:extLst>
          </p:cNvPr>
          <p:cNvSpPr>
            <a:spLocks noGrp="1"/>
          </p:cNvSpPr>
          <p:nvPr>
            <p:ph type="pic" sz="quarter" idx="44"/>
          </p:nvPr>
        </p:nvSpPr>
        <p:spPr>
          <a:xfrm>
            <a:off x="7906479" y="2482850"/>
            <a:ext cx="19152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2" name="Bildplatzhalter 2">
            <a:extLst>
              <a:ext uri="{FF2B5EF4-FFF2-40B4-BE49-F238E27FC236}">
                <a16:creationId xmlns:a16="http://schemas.microsoft.com/office/drawing/2014/main" id="{96BB7397-446D-404D-9AB6-DC910A2F94D6}"/>
              </a:ext>
            </a:extLst>
          </p:cNvPr>
          <p:cNvSpPr>
            <a:spLocks noGrp="1"/>
          </p:cNvSpPr>
          <p:nvPr>
            <p:ph type="pic" sz="quarter" idx="45"/>
          </p:nvPr>
        </p:nvSpPr>
        <p:spPr>
          <a:xfrm>
            <a:off x="9871988" y="2482850"/>
            <a:ext cx="1915200" cy="164465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2" name="Textplatzhalter 31">
            <a:extLst>
              <a:ext uri="{FF2B5EF4-FFF2-40B4-BE49-F238E27FC236}">
                <a16:creationId xmlns:a16="http://schemas.microsoft.com/office/drawing/2014/main" id="{7B5BAE1A-5A96-4F30-9D45-13EEDA26AA05}"/>
              </a:ext>
            </a:extLst>
          </p:cNvPr>
          <p:cNvSpPr>
            <a:spLocks noGrp="1"/>
          </p:cNvSpPr>
          <p:nvPr>
            <p:ph type="body" sz="quarter" idx="25" hasCustomPrompt="1"/>
          </p:nvPr>
        </p:nvSpPr>
        <p:spPr bwMode="gray">
          <a:xfrm>
            <a:off x="1164051"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23" name="Textplatzhalter 22">
            <a:extLst>
              <a:ext uri="{FF2B5EF4-FFF2-40B4-BE49-F238E27FC236}">
                <a16:creationId xmlns:a16="http://schemas.microsoft.com/office/drawing/2014/main" id="{9554B3B8-7CE1-424C-BAC3-7908386D744B}"/>
              </a:ext>
            </a:extLst>
          </p:cNvPr>
          <p:cNvSpPr>
            <a:spLocks noGrp="1"/>
          </p:cNvSpPr>
          <p:nvPr>
            <p:ph type="body" sz="quarter" idx="21"/>
          </p:nvPr>
        </p:nvSpPr>
        <p:spPr>
          <a:xfrm>
            <a:off x="44451" y="4278313"/>
            <a:ext cx="19152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2FB7FF86-5EFC-4BB1-B51D-C620D6058220}"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43" name="Textplatzhalter 22">
            <a:extLst>
              <a:ext uri="{FF2B5EF4-FFF2-40B4-BE49-F238E27FC236}">
                <a16:creationId xmlns:a16="http://schemas.microsoft.com/office/drawing/2014/main" id="{96688425-014E-482C-99E2-244B208F551E}"/>
              </a:ext>
            </a:extLst>
          </p:cNvPr>
          <p:cNvSpPr>
            <a:spLocks noGrp="1"/>
          </p:cNvSpPr>
          <p:nvPr>
            <p:ph type="body" sz="quarter" idx="46"/>
          </p:nvPr>
        </p:nvSpPr>
        <p:spPr>
          <a:xfrm>
            <a:off x="2009958" y="4278313"/>
            <a:ext cx="19152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44" name="Textplatzhalter 22">
            <a:extLst>
              <a:ext uri="{FF2B5EF4-FFF2-40B4-BE49-F238E27FC236}">
                <a16:creationId xmlns:a16="http://schemas.microsoft.com/office/drawing/2014/main" id="{B1FA8C5C-52A7-4A6E-B522-9BE5909499D3}"/>
              </a:ext>
            </a:extLst>
          </p:cNvPr>
          <p:cNvSpPr>
            <a:spLocks noGrp="1"/>
          </p:cNvSpPr>
          <p:nvPr>
            <p:ph type="body" sz="quarter" idx="47"/>
          </p:nvPr>
        </p:nvSpPr>
        <p:spPr>
          <a:xfrm>
            <a:off x="3975465" y="4278313"/>
            <a:ext cx="19152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57" name="Textplatzhalter 22">
            <a:extLst>
              <a:ext uri="{FF2B5EF4-FFF2-40B4-BE49-F238E27FC236}">
                <a16:creationId xmlns:a16="http://schemas.microsoft.com/office/drawing/2014/main" id="{4687E76B-90EA-48D7-83BB-9384B63D58AA}"/>
              </a:ext>
            </a:extLst>
          </p:cNvPr>
          <p:cNvSpPr>
            <a:spLocks noGrp="1"/>
          </p:cNvSpPr>
          <p:nvPr>
            <p:ph type="body" sz="quarter" idx="48"/>
          </p:nvPr>
        </p:nvSpPr>
        <p:spPr>
          <a:xfrm>
            <a:off x="5940972" y="4278313"/>
            <a:ext cx="19152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58" name="Textplatzhalter 22">
            <a:extLst>
              <a:ext uri="{FF2B5EF4-FFF2-40B4-BE49-F238E27FC236}">
                <a16:creationId xmlns:a16="http://schemas.microsoft.com/office/drawing/2014/main" id="{854E7047-2EB6-4333-8AFC-E63108A82436}"/>
              </a:ext>
            </a:extLst>
          </p:cNvPr>
          <p:cNvSpPr>
            <a:spLocks noGrp="1"/>
          </p:cNvSpPr>
          <p:nvPr>
            <p:ph type="body" sz="quarter" idx="49"/>
          </p:nvPr>
        </p:nvSpPr>
        <p:spPr>
          <a:xfrm>
            <a:off x="7906479" y="4278313"/>
            <a:ext cx="19152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59" name="Textplatzhalter 22">
            <a:extLst>
              <a:ext uri="{FF2B5EF4-FFF2-40B4-BE49-F238E27FC236}">
                <a16:creationId xmlns:a16="http://schemas.microsoft.com/office/drawing/2014/main" id="{0602289A-5675-4DC8-9082-FEF8048629AB}"/>
              </a:ext>
            </a:extLst>
          </p:cNvPr>
          <p:cNvSpPr>
            <a:spLocks noGrp="1"/>
          </p:cNvSpPr>
          <p:nvPr>
            <p:ph type="body" sz="quarter" idx="50"/>
          </p:nvPr>
        </p:nvSpPr>
        <p:spPr>
          <a:xfrm>
            <a:off x="9871988" y="4278313"/>
            <a:ext cx="1915200" cy="554037"/>
          </a:xfrm>
        </p:spPr>
        <p:txBody>
          <a:bodyPr rIns="108000"/>
          <a:lstStyle>
            <a:lvl1pPr marL="0" indent="0" algn="l" defTabSz="914400" rtl="0" eaLnBrk="1" latinLnBrk="0" hangingPunct="1">
              <a:lnSpc>
                <a:spcPct val="100000"/>
              </a:lnSpc>
              <a:spcAft>
                <a:spcPts val="0"/>
              </a:spcAft>
              <a:buNone/>
              <a:defRPr lang="de-DE" sz="1400" kern="1200" dirty="0" smtClean="0">
                <a:solidFill>
                  <a:schemeClr val="accent5"/>
                </a:solidFill>
                <a:latin typeface="+mn-lt"/>
                <a:ea typeface="+mn-ea"/>
                <a:cs typeface="+mn-cs"/>
              </a:defRPr>
            </a:lvl1pPr>
            <a:lvl2pPr marL="179995" indent="0">
              <a:lnSpc>
                <a:spcPct val="100000"/>
              </a:lnSpc>
              <a:spcAft>
                <a:spcPts val="0"/>
              </a:spcAft>
              <a:buNone/>
              <a:defRPr sz="1100">
                <a:latin typeface="+mn-lt"/>
              </a:defRPr>
            </a:lvl2pPr>
          </a:lstStyle>
          <a:p>
            <a:pPr lvl="0"/>
            <a:r>
              <a:rPr lang="de-DE"/>
              <a:t>Mastertextformat bearbeiten</a:t>
            </a:r>
          </a:p>
          <a:p>
            <a:pPr lvl="1"/>
            <a:endParaRPr lang="en-GB"/>
          </a:p>
        </p:txBody>
      </p:sp>
      <p:sp>
        <p:nvSpPr>
          <p:cNvPr id="60" name="Textplatzhalter 31">
            <a:extLst>
              <a:ext uri="{FF2B5EF4-FFF2-40B4-BE49-F238E27FC236}">
                <a16:creationId xmlns:a16="http://schemas.microsoft.com/office/drawing/2014/main" id="{B140ADCF-882F-4794-9BFA-F27F941B2DA2}"/>
              </a:ext>
            </a:extLst>
          </p:cNvPr>
          <p:cNvSpPr>
            <a:spLocks noGrp="1"/>
          </p:cNvSpPr>
          <p:nvPr>
            <p:ph type="body" sz="quarter" idx="51" hasCustomPrompt="1"/>
          </p:nvPr>
        </p:nvSpPr>
        <p:spPr bwMode="gray">
          <a:xfrm>
            <a:off x="3129558"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61" name="Textplatzhalter 31">
            <a:extLst>
              <a:ext uri="{FF2B5EF4-FFF2-40B4-BE49-F238E27FC236}">
                <a16:creationId xmlns:a16="http://schemas.microsoft.com/office/drawing/2014/main" id="{CD46AC46-7CC9-4463-9DDC-035C19F74A71}"/>
              </a:ext>
            </a:extLst>
          </p:cNvPr>
          <p:cNvSpPr>
            <a:spLocks noGrp="1"/>
          </p:cNvSpPr>
          <p:nvPr>
            <p:ph type="body" sz="quarter" idx="52" hasCustomPrompt="1"/>
          </p:nvPr>
        </p:nvSpPr>
        <p:spPr bwMode="gray">
          <a:xfrm>
            <a:off x="5095065"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62" name="Textplatzhalter 31">
            <a:extLst>
              <a:ext uri="{FF2B5EF4-FFF2-40B4-BE49-F238E27FC236}">
                <a16:creationId xmlns:a16="http://schemas.microsoft.com/office/drawing/2014/main" id="{30500A88-F864-4D5A-9EBB-3CD52EF2BDAF}"/>
              </a:ext>
            </a:extLst>
          </p:cNvPr>
          <p:cNvSpPr>
            <a:spLocks noGrp="1"/>
          </p:cNvSpPr>
          <p:nvPr>
            <p:ph type="body" sz="quarter" idx="53" hasCustomPrompt="1"/>
          </p:nvPr>
        </p:nvSpPr>
        <p:spPr bwMode="gray">
          <a:xfrm>
            <a:off x="7060572"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63" name="Textplatzhalter 31">
            <a:extLst>
              <a:ext uri="{FF2B5EF4-FFF2-40B4-BE49-F238E27FC236}">
                <a16:creationId xmlns:a16="http://schemas.microsoft.com/office/drawing/2014/main" id="{9726E764-D871-4772-B4FA-944BA4945377}"/>
              </a:ext>
            </a:extLst>
          </p:cNvPr>
          <p:cNvSpPr>
            <a:spLocks noGrp="1"/>
          </p:cNvSpPr>
          <p:nvPr>
            <p:ph type="body" sz="quarter" idx="54" hasCustomPrompt="1"/>
          </p:nvPr>
        </p:nvSpPr>
        <p:spPr bwMode="gray">
          <a:xfrm>
            <a:off x="9026079"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64" name="Textplatzhalter 31">
            <a:extLst>
              <a:ext uri="{FF2B5EF4-FFF2-40B4-BE49-F238E27FC236}">
                <a16:creationId xmlns:a16="http://schemas.microsoft.com/office/drawing/2014/main" id="{A099615A-9F6D-4D5F-9F4B-8774CDA45F72}"/>
              </a:ext>
            </a:extLst>
          </p:cNvPr>
          <p:cNvSpPr>
            <a:spLocks noGrp="1"/>
          </p:cNvSpPr>
          <p:nvPr>
            <p:ph type="body" sz="quarter" idx="55" hasCustomPrompt="1"/>
          </p:nvPr>
        </p:nvSpPr>
        <p:spPr bwMode="gray">
          <a:xfrm>
            <a:off x="10991588" y="3447100"/>
            <a:ext cx="795600" cy="680400"/>
          </a:xfrm>
        </p:spPr>
        <p:txBody>
          <a:bodyPr vert="horz" wrap="none" lIns="0" tIns="0" rIns="108000" bIns="0" rtlCol="0">
            <a:noAutofit/>
          </a:bodyPr>
          <a:lstStyle>
            <a:lvl1pPr>
              <a:defRPr lang="de-DE" sz="5400" b="1" dirty="0">
                <a:solidFill>
                  <a:schemeClr val="bg1"/>
                </a:solidFill>
              </a:defRPr>
            </a:lvl1pPr>
          </a:lstStyle>
          <a:p>
            <a:pPr marL="0" lvl="0" indent="0" algn="r" defTabSz="914400">
              <a:spcAft>
                <a:spcPts val="450"/>
              </a:spcAft>
              <a:buNone/>
            </a:pPr>
            <a:r>
              <a:rPr lang="de-DE" err="1"/>
              <a:t>Nr</a:t>
            </a:r>
            <a:endParaRPr lang="de-DE"/>
          </a:p>
        </p:txBody>
      </p:sp>
      <p:sp>
        <p:nvSpPr>
          <p:cNvPr id="2" name="Fußzeilenplatzhalter 1">
            <a:extLst>
              <a:ext uri="{FF2B5EF4-FFF2-40B4-BE49-F238E27FC236}">
                <a16:creationId xmlns:a16="http://schemas.microsoft.com/office/drawing/2014/main" id="{B7B06521-2AB7-55F7-22B8-5530163BC7F9}"/>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3669911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KAPITELFOLIE">
    <p:bg>
      <p:bgPr>
        <a:solidFill>
          <a:schemeClr val="bg1"/>
        </a:solidFill>
        <a:effectLst/>
      </p:bgPr>
    </p:bg>
    <p:spTree>
      <p:nvGrpSpPr>
        <p:cNvPr id="1" name=""/>
        <p:cNvGrpSpPr/>
        <p:nvPr/>
      </p:nvGrpSpPr>
      <p:grpSpPr>
        <a:xfrm>
          <a:off x="0" y="0"/>
          <a:ext cx="0" cy="0"/>
          <a:chOff x="0" y="0"/>
          <a:chExt cx="0" cy="0"/>
        </a:xfrm>
      </p:grpSpPr>
      <p:sp>
        <p:nvSpPr>
          <p:cNvPr id="9" name="Bildplatzhalter 3">
            <a:extLst>
              <a:ext uri="{FF2B5EF4-FFF2-40B4-BE49-F238E27FC236}">
                <a16:creationId xmlns:a16="http://schemas.microsoft.com/office/drawing/2014/main" id="{7C40A5A3-EF09-46E0-8577-AC519B440D85}"/>
              </a:ext>
            </a:extLst>
          </p:cNvPr>
          <p:cNvSpPr>
            <a:spLocks noGrp="1"/>
          </p:cNvSpPr>
          <p:nvPr>
            <p:ph type="pic" sz="quarter" idx="19"/>
          </p:nvPr>
        </p:nvSpPr>
        <p:spPr>
          <a:xfrm>
            <a:off x="0" y="0"/>
            <a:ext cx="12192000" cy="6858000"/>
          </a:xfrm>
        </p:spPr>
        <p:txBody>
          <a:bodyPr/>
          <a:lstStyle/>
          <a:p>
            <a:endParaRPr lang="en-US"/>
          </a:p>
        </p:txBody>
      </p:sp>
      <p:sp>
        <p:nvSpPr>
          <p:cNvPr id="2" name="Title 1"/>
          <p:cNvSpPr>
            <a:spLocks noGrp="1"/>
          </p:cNvSpPr>
          <p:nvPr>
            <p:ph type="ctrTitle" hasCustomPrompt="1"/>
          </p:nvPr>
        </p:nvSpPr>
        <p:spPr>
          <a:xfrm>
            <a:off x="406400" y="4598380"/>
            <a:ext cx="7904480" cy="672867"/>
          </a:xfrm>
          <a:prstGeom prst="rect">
            <a:avLst/>
          </a:prstGeom>
          <a:solidFill>
            <a:schemeClr val="bg1">
              <a:alpha val="90000"/>
            </a:schemeClr>
          </a:solidFill>
        </p:spPr>
        <p:txBody>
          <a:bodyPr lIns="252000" tIns="72000" anchor="b" anchorCtr="0">
            <a:spAutoFit/>
          </a:bodyPr>
          <a:lstStyle>
            <a:lvl1pPr>
              <a:defRPr lang="de-DE" sz="3600" b="0" dirty="0"/>
            </a:lvl1pPr>
          </a:lstStyle>
          <a:p>
            <a:pPr marL="0" lvl="0"/>
            <a:r>
              <a:rPr lang="de-DE" err="1"/>
              <a:t>Kapiteltrenner</a:t>
            </a:r>
            <a:r>
              <a:rPr lang="de-DE"/>
              <a:t> in VWAG </a:t>
            </a:r>
            <a:r>
              <a:rPr lang="de-DE" err="1"/>
              <a:t>TheSans</a:t>
            </a:r>
            <a:r>
              <a:rPr lang="de-DE"/>
              <a:t> fett</a:t>
            </a:r>
          </a:p>
        </p:txBody>
      </p:sp>
      <p:sp>
        <p:nvSpPr>
          <p:cNvPr id="12" name="Foliennummernplatzhalter 5">
            <a:extLst>
              <a:ext uri="{FF2B5EF4-FFF2-40B4-BE49-F238E27FC236}">
                <a16:creationId xmlns:a16="http://schemas.microsoft.com/office/drawing/2014/main" id="{BB6438AF-6B1F-4C0C-9922-5E15420B73B0}"/>
              </a:ext>
            </a:extLst>
          </p:cNvPr>
          <p:cNvSpPr>
            <a:spLocks noGrp="1"/>
          </p:cNvSpPr>
          <p:nvPr>
            <p:ph type="sldNum" sz="quarter" idx="18"/>
          </p:nvPr>
        </p:nvSpPr>
        <p:spPr>
          <a:xfrm>
            <a:off x="11491912" y="6647656"/>
            <a:ext cx="295276" cy="90488"/>
          </a:xfrm>
        </p:spPr>
        <p:txBody>
          <a:bodyPr/>
          <a:lstStyle>
            <a:lvl1pPr>
              <a:defRPr>
                <a:solidFill>
                  <a:schemeClr val="bg1"/>
                </a:solidFill>
              </a:defRPr>
            </a:lvl1pPr>
          </a:lstStyle>
          <a:p>
            <a:fld id="{2EA6AC58-99FC-40D1-8A10-4777F7BB7286}" type="slidenum">
              <a:rPr lang="de-DE" smtClean="0"/>
              <a:pPr/>
              <a:t>‹Nr.›</a:t>
            </a:fld>
            <a:endParaRPr lang="de-DE"/>
          </a:p>
        </p:txBody>
      </p:sp>
      <p:sp>
        <p:nvSpPr>
          <p:cNvPr id="17" name="Datumsplatzhalter 4">
            <a:extLst>
              <a:ext uri="{FF2B5EF4-FFF2-40B4-BE49-F238E27FC236}">
                <a16:creationId xmlns:a16="http://schemas.microsoft.com/office/drawing/2014/main" id="{A0525E19-98B0-4363-AE75-E757B2EA005F}"/>
              </a:ext>
            </a:extLst>
          </p:cNvPr>
          <p:cNvSpPr>
            <a:spLocks noGrp="1"/>
          </p:cNvSpPr>
          <p:nvPr>
            <p:ph type="dt" sz="half" idx="14"/>
          </p:nvPr>
        </p:nvSpPr>
        <p:spPr>
          <a:xfrm>
            <a:off x="406400" y="6647662"/>
            <a:ext cx="789933" cy="90489"/>
          </a:xfrm>
        </p:spPr>
        <p:txBody>
          <a:bodyPr/>
          <a:lstStyle>
            <a:lvl1pPr>
              <a:defRPr>
                <a:solidFill>
                  <a:schemeClr val="bg1"/>
                </a:solidFill>
              </a:defRPr>
            </a:lvl1pPr>
          </a:lstStyle>
          <a:p>
            <a:fld id="{6F604AEF-AB5E-4F83-BFB5-CE5D9665687E}" type="datetime1">
              <a:rPr lang="de-DE" smtClean="0"/>
              <a:t>15.10.2026</a:t>
            </a:fld>
            <a:endParaRPr lang="de-DE"/>
          </a:p>
        </p:txBody>
      </p:sp>
      <p:sp>
        <p:nvSpPr>
          <p:cNvPr id="3" name="Fußzeilenplatzhalter 2">
            <a:extLst>
              <a:ext uri="{FF2B5EF4-FFF2-40B4-BE49-F238E27FC236}">
                <a16:creationId xmlns:a16="http://schemas.microsoft.com/office/drawing/2014/main" id="{71866A3E-B795-4F14-A0D6-F441B04A77EF}"/>
              </a:ext>
            </a:extLst>
          </p:cNvPr>
          <p:cNvSpPr>
            <a:spLocks noGrp="1"/>
          </p:cNvSpPr>
          <p:nvPr>
            <p:ph type="ftr" sz="quarter" idx="20"/>
          </p:nvPr>
        </p:nvSpPr>
        <p:spPr/>
        <p:txBody>
          <a:bodyPr/>
          <a:lstStyle>
            <a:lvl1pPr>
              <a:defRPr>
                <a:solidFill>
                  <a:schemeClr val="bg1"/>
                </a:solidFill>
              </a:defRPr>
            </a:lvl1pPr>
          </a:lstStyle>
          <a:p>
            <a:r>
              <a:rPr lang="de-DE"/>
              <a:t>G  |  KSU-Klasse: 0.2 – 4 Jahre </a:t>
            </a:r>
          </a:p>
        </p:txBody>
      </p:sp>
      <p:sp>
        <p:nvSpPr>
          <p:cNvPr id="5" name="Titel 6">
            <a:extLst>
              <a:ext uri="{FF2B5EF4-FFF2-40B4-BE49-F238E27FC236}">
                <a16:creationId xmlns:a16="http://schemas.microsoft.com/office/drawing/2014/main" id="{38136B8F-AABF-6128-7092-FD1FCB1C7A52}"/>
              </a:ext>
            </a:extLst>
          </p:cNvPr>
          <p:cNvSpPr txBox="1">
            <a:spLocks/>
          </p:cNvSpPr>
          <p:nvPr userDrawn="1"/>
        </p:nvSpPr>
        <p:spPr>
          <a:xfrm>
            <a:off x="406401" y="408271"/>
            <a:ext cx="7315862" cy="269848"/>
          </a:xfrm>
          <a:prstGeom prst="rect">
            <a:avLst/>
          </a:prstGeom>
        </p:spPr>
        <p:txBody>
          <a:bodyPr vert="horz" lIns="0" tIns="0" rIns="0" bIns="0" rtlCol="0" anchor="ctr">
            <a:noAutofit/>
          </a:bodyPr>
          <a:lstStyle>
            <a:lvl1pPr algn="l" defTabSz="914377" rtl="0" eaLnBrk="1" latinLnBrk="0" hangingPunct="1">
              <a:lnSpc>
                <a:spcPct val="100000"/>
              </a:lnSpc>
              <a:spcBef>
                <a:spcPct val="0"/>
              </a:spcBef>
              <a:buNone/>
              <a:defRPr sz="1800" b="1" kern="1200">
                <a:solidFill>
                  <a:schemeClr val="accent5"/>
                </a:solidFill>
                <a:latin typeface="+mj-lt"/>
                <a:ea typeface="+mj-ea"/>
                <a:cs typeface="+mj-cs"/>
              </a:defRPr>
            </a:lvl1pPr>
          </a:lstStyle>
          <a:p>
            <a:r>
              <a:rPr lang="de-DE" sz="1000" b="0" i="0" spc="300">
                <a:solidFill>
                  <a:schemeClr val="accent4"/>
                </a:solidFill>
                <a:latin typeface="VWAG TheSans" panose="020B0502050302020203" pitchFamily="34" charset="0"/>
              </a:rPr>
              <a:t>VOLKSWAGEN INFOTAINMENT </a:t>
            </a:r>
            <a:r>
              <a:rPr lang="de-DE" sz="1000" b="0" i="0" spc="300" baseline="0">
                <a:solidFill>
                  <a:schemeClr val="accent4"/>
                </a:solidFill>
                <a:latin typeface="VWAG TheSans" panose="020B0502050302020203" pitchFamily="34" charset="0"/>
              </a:rPr>
              <a:t>GMBH</a:t>
            </a:r>
            <a:endParaRPr lang="de-DE" sz="1000" b="0" i="0" spc="300">
              <a:solidFill>
                <a:schemeClr val="accent4"/>
              </a:solidFill>
              <a:latin typeface="VWAG TheSans" panose="020B0502050302020203" pitchFamily="34" charset="0"/>
            </a:endParaRPr>
          </a:p>
        </p:txBody>
      </p:sp>
      <p:sp>
        <p:nvSpPr>
          <p:cNvPr id="6" name="Titel 6">
            <a:extLst>
              <a:ext uri="{FF2B5EF4-FFF2-40B4-BE49-F238E27FC236}">
                <a16:creationId xmlns:a16="http://schemas.microsoft.com/office/drawing/2014/main" id="{7FB94398-47F1-0551-E1EF-DCD788B1B5B3}"/>
              </a:ext>
            </a:extLst>
          </p:cNvPr>
          <p:cNvSpPr txBox="1">
            <a:spLocks/>
          </p:cNvSpPr>
          <p:nvPr userDrawn="1"/>
        </p:nvSpPr>
        <p:spPr>
          <a:xfrm>
            <a:off x="406401" y="408271"/>
            <a:ext cx="7315862" cy="269848"/>
          </a:xfrm>
          <a:prstGeom prst="rect">
            <a:avLst/>
          </a:prstGeom>
        </p:spPr>
        <p:txBody>
          <a:bodyPr vert="horz" lIns="0" tIns="0" rIns="0" bIns="0" rtlCol="0" anchor="ctr">
            <a:noAutofit/>
          </a:bodyPr>
          <a:lstStyle>
            <a:lvl1pPr algn="l" defTabSz="914377" rtl="0" eaLnBrk="1" latinLnBrk="0" hangingPunct="1">
              <a:lnSpc>
                <a:spcPct val="100000"/>
              </a:lnSpc>
              <a:spcBef>
                <a:spcPct val="0"/>
              </a:spcBef>
              <a:buNone/>
              <a:defRPr sz="1800" b="1" kern="1200">
                <a:solidFill>
                  <a:schemeClr val="accent5"/>
                </a:solidFill>
                <a:latin typeface="+mj-lt"/>
                <a:ea typeface="+mj-ea"/>
                <a:cs typeface="+mj-cs"/>
              </a:defRPr>
            </a:lvl1pPr>
          </a:lstStyle>
          <a:p>
            <a:r>
              <a:rPr lang="de-DE" sz="1000" b="0" i="0" spc="300">
                <a:solidFill>
                  <a:schemeClr val="accent4"/>
                </a:solidFill>
                <a:latin typeface="VWAG TheSans" panose="020B0502050302020203" pitchFamily="34" charset="0"/>
              </a:rPr>
              <a:t>VOLKSWAGEN INFOTAINMENT </a:t>
            </a:r>
            <a:r>
              <a:rPr lang="de-DE" sz="1000" b="0" i="0" spc="300" baseline="0">
                <a:solidFill>
                  <a:schemeClr val="accent4"/>
                </a:solidFill>
                <a:latin typeface="VWAG TheSans" panose="020B0502050302020203" pitchFamily="34" charset="0"/>
              </a:rPr>
              <a:t>GMBH</a:t>
            </a:r>
            <a:endParaRPr lang="de-DE" sz="1000" b="0" i="0" spc="300">
              <a:solidFill>
                <a:schemeClr val="accent4"/>
              </a:solidFill>
              <a:latin typeface="VWAG TheSans" panose="020B0502050302020203" pitchFamily="34" charset="0"/>
            </a:endParaRPr>
          </a:p>
        </p:txBody>
      </p:sp>
      <p:pic>
        <p:nvPicPr>
          <p:cNvPr id="8" name="Grafik 7">
            <a:extLst>
              <a:ext uri="{FF2B5EF4-FFF2-40B4-BE49-F238E27FC236}">
                <a16:creationId xmlns:a16="http://schemas.microsoft.com/office/drawing/2014/main" id="{D2525054-763B-0E44-7E3C-771526CA4F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72250" y="0"/>
            <a:ext cx="2306765" cy="907200"/>
          </a:xfrm>
          <a:prstGeom prst="rect">
            <a:avLst/>
          </a:prstGeom>
        </p:spPr>
      </p:pic>
    </p:spTree>
    <p:extLst>
      <p:ext uri="{BB962C8B-B14F-4D97-AF65-F5344CB8AC3E}">
        <p14:creationId xmlns:p14="http://schemas.microsoft.com/office/powerpoint/2010/main" val="1843797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B9919427-ABC8-4D51-BFC8-84C654672B7D}"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3" name="Fußzeilenplatzhalter 3">
            <a:extLst>
              <a:ext uri="{FF2B5EF4-FFF2-40B4-BE49-F238E27FC236}">
                <a16:creationId xmlns:a16="http://schemas.microsoft.com/office/drawing/2014/main" id="{587CC5FE-CCDE-F6FB-D72D-0AC612375361}"/>
              </a:ext>
            </a:extLst>
          </p:cNvPr>
          <p:cNvSpPr>
            <a:spLocks noGrp="1"/>
          </p:cNvSpPr>
          <p:nvPr>
            <p:ph type="ftr" sz="quarter" idx="30"/>
          </p:nvPr>
        </p:nvSpPr>
        <p:spPr>
          <a:xfrm>
            <a:off x="2807400" y="6648379"/>
            <a:ext cx="6577200" cy="90000"/>
          </a:xfrm>
        </p:spPr>
        <p:txBody>
          <a:bodyPr/>
          <a:lstStyle/>
          <a:p>
            <a:r>
              <a:rPr lang="de-DE"/>
              <a:t>G  |  KSU-Klasse: 0.2 – 4 Jahre </a:t>
            </a:r>
          </a:p>
        </p:txBody>
      </p:sp>
    </p:spTree>
    <p:extLst>
      <p:ext uri="{BB962C8B-B14F-4D97-AF65-F5344CB8AC3E}">
        <p14:creationId xmlns:p14="http://schemas.microsoft.com/office/powerpoint/2010/main" val="2575280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NUR TITEL_BLAU">
    <p:bg>
      <p:bgPr>
        <a:solidFill>
          <a:srgbClr val="004666"/>
        </a:solidFill>
        <a:effectLst/>
      </p:bgPr>
    </p:bg>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lvl1pPr>
              <a:defRPr>
                <a:solidFill>
                  <a:schemeClr val="bg1"/>
                </a:solidFill>
              </a:defRPr>
            </a:lvl1pPr>
          </a:lstStyle>
          <a:p>
            <a:fld id="{B9919427-ABC8-4D51-BFC8-84C654672B7D}" type="datetime1">
              <a:rPr lang="de-DE" smtClean="0"/>
              <a:pPr/>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lvl1pPr>
              <a:defRPr>
                <a:solidFill>
                  <a:schemeClr val="bg1"/>
                </a:solidFill>
              </a:defRPr>
            </a:lvl1p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bg1"/>
                </a:solidFill>
                <a:latin typeface="+mj-lt"/>
              </a:defRPr>
            </a:lvl1pPr>
          </a:lstStyle>
          <a:p>
            <a:pPr lvl="0"/>
            <a:r>
              <a:rPr lang="de-DE"/>
              <a:t>Headline</a:t>
            </a:r>
          </a:p>
        </p:txBody>
      </p:sp>
      <p:sp>
        <p:nvSpPr>
          <p:cNvPr id="3" name="Fußzeilenplatzhalter 1">
            <a:extLst>
              <a:ext uri="{FF2B5EF4-FFF2-40B4-BE49-F238E27FC236}">
                <a16:creationId xmlns:a16="http://schemas.microsoft.com/office/drawing/2014/main" id="{8C40D2DC-C5A1-931B-F2CF-C293AF0E06C8}"/>
              </a:ext>
            </a:extLst>
          </p:cNvPr>
          <p:cNvSpPr>
            <a:spLocks noGrp="1"/>
          </p:cNvSpPr>
          <p:nvPr>
            <p:ph type="ftr" sz="quarter" idx="3"/>
          </p:nvPr>
        </p:nvSpPr>
        <p:spPr>
          <a:xfrm>
            <a:off x="2807400" y="6648144"/>
            <a:ext cx="6577200" cy="90000"/>
          </a:xfrm>
          <a:prstGeom prst="rect">
            <a:avLst/>
          </a:prstGeom>
        </p:spPr>
        <p:txBody>
          <a:bodyPr vert="horz" lIns="91440" tIns="45720" rIns="91440" bIns="45720" rtlCol="0" anchor="ctr"/>
          <a:lstStyle>
            <a:lvl1pPr algn="ctr">
              <a:defRPr lang="de-DE" sz="800" kern="1200">
                <a:solidFill>
                  <a:schemeClr val="bg1"/>
                </a:solidFill>
                <a:latin typeface="+mn-lt"/>
                <a:ea typeface="+mn-ea"/>
                <a:cs typeface="+mn-cs"/>
              </a:defRPr>
            </a:lvl1pPr>
          </a:lstStyle>
          <a:p>
            <a:r>
              <a:rPr lang="de-DE"/>
              <a:t>G  |  KSU-Klasse: 0.2 – 4 Jahre </a:t>
            </a:r>
          </a:p>
        </p:txBody>
      </p:sp>
      <p:pic>
        <p:nvPicPr>
          <p:cNvPr id="2" name="Grafik 1">
            <a:extLst>
              <a:ext uri="{FF2B5EF4-FFF2-40B4-BE49-F238E27FC236}">
                <a16:creationId xmlns:a16="http://schemas.microsoft.com/office/drawing/2014/main" id="{FC17BDB1-9FC2-7C36-59ED-90CAC7B4F2C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1913" y="-713"/>
            <a:ext cx="1695274" cy="666713"/>
          </a:xfrm>
          <a:prstGeom prst="rect">
            <a:avLst/>
          </a:prstGeom>
        </p:spPr>
      </p:pic>
    </p:spTree>
    <p:extLst>
      <p:ext uri="{BB962C8B-B14F-4D97-AF65-F5344CB8AC3E}">
        <p14:creationId xmlns:p14="http://schemas.microsoft.com/office/powerpoint/2010/main" val="276777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EL &amp;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1485903"/>
            <a:ext cx="11380788" cy="4967098"/>
          </a:xfrm>
        </p:spPr>
        <p:txBody>
          <a:bodyPr/>
          <a:lstStyle/>
          <a:p>
            <a:pPr lvl="0"/>
            <a:r>
              <a:rPr lang="de-DE"/>
              <a:t>Mastertextformat bearbeiten</a:t>
            </a:r>
          </a:p>
          <a:p>
            <a:pPr lvl="1"/>
            <a:r>
              <a:rPr lang="de-DE"/>
              <a:t>Zweite Ebene</a:t>
            </a:r>
          </a:p>
        </p:txBody>
      </p:sp>
      <p:sp>
        <p:nvSpPr>
          <p:cNvPr id="5" name="Datumsplatzhalter 4">
            <a:extLst>
              <a:ext uri="{FF2B5EF4-FFF2-40B4-BE49-F238E27FC236}">
                <a16:creationId xmlns:a16="http://schemas.microsoft.com/office/drawing/2014/main" id="{6E8BC92E-19ED-4772-B493-5FF4C8AE7487}"/>
              </a:ext>
            </a:extLst>
          </p:cNvPr>
          <p:cNvSpPr>
            <a:spLocks noGrp="1"/>
          </p:cNvSpPr>
          <p:nvPr>
            <p:ph type="dt" sz="half" idx="14"/>
          </p:nvPr>
        </p:nvSpPr>
        <p:spPr/>
        <p:txBody>
          <a:bodyPr/>
          <a:lstStyle/>
          <a:p>
            <a:fld id="{C1A48B41-E876-4120-9096-ADEAB363CDB2}" type="datetime1">
              <a:rPr lang="de-DE" smtClean="0"/>
              <a:t>15.10.2026</a:t>
            </a:fld>
            <a:endParaRPr lang="de-DE"/>
          </a:p>
        </p:txBody>
      </p:sp>
      <p:sp>
        <p:nvSpPr>
          <p:cNvPr id="6" name="Foliennummernplatzhalter 5">
            <a:extLst>
              <a:ext uri="{FF2B5EF4-FFF2-40B4-BE49-F238E27FC236}">
                <a16:creationId xmlns:a16="http://schemas.microsoft.com/office/drawing/2014/main" id="{EC787296-C834-44D1-A096-F04851BBAE30}"/>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7" name="Textplatzhalter 8">
            <a:extLst>
              <a:ext uri="{FF2B5EF4-FFF2-40B4-BE49-F238E27FC236}">
                <a16:creationId xmlns:a16="http://schemas.microsoft.com/office/drawing/2014/main" id="{DD5F4B12-5B54-4FEE-A68A-9009DF533EAB}"/>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2" name="Fußzeilenplatzhalter 1">
            <a:extLst>
              <a:ext uri="{FF2B5EF4-FFF2-40B4-BE49-F238E27FC236}">
                <a16:creationId xmlns:a16="http://schemas.microsoft.com/office/drawing/2014/main" id="{887201E0-5A9B-6B6B-C868-763279698E90}"/>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875485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EL &amp; INHALT (zweispaltig)">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1981595"/>
            <a:ext cx="5475600" cy="4473205"/>
          </a:xfrm>
        </p:spPr>
        <p:txBody>
          <a:bodyPr vert="horz" lIns="0" tIns="0" rIns="0" bIns="0" rtlCol="0">
            <a:noAutofit/>
          </a:bodyPr>
          <a:lstStyle>
            <a:lvl1pPr>
              <a:defRPr lang="de-DE" sz="14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cxnSp>
        <p:nvCxnSpPr>
          <p:cNvPr id="10" name="Gerader Verbinder 9">
            <a:extLst>
              <a:ext uri="{FF2B5EF4-FFF2-40B4-BE49-F238E27FC236}">
                <a16:creationId xmlns:a16="http://schemas.microsoft.com/office/drawing/2014/main" id="{CCFC20A9-64A7-4BDA-9C67-D027932FEC24}"/>
              </a:ext>
            </a:extLst>
          </p:cNvPr>
          <p:cNvCxnSpPr/>
          <p:nvPr/>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A0AB3066-4EE6-474F-9621-989EA7FCA3B5}"/>
              </a:ext>
            </a:extLst>
          </p:cNvPr>
          <p:cNvCxnSpPr/>
          <p:nvPr/>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97961FF2-C011-4874-8D82-59C8FB528D81}"/>
              </a:ext>
            </a:extLst>
          </p:cNvPr>
          <p:cNvCxnSpPr/>
          <p:nvPr/>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B1A7A5EA-8B07-4C14-8C76-D583E9297A80}"/>
              </a:ext>
            </a:extLst>
          </p:cNvPr>
          <p:cNvCxnSpPr/>
          <p:nvPr/>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C3FB24DE-48CE-4A86-8C59-14D557EA3025}"/>
              </a:ext>
            </a:extLst>
          </p:cNvPr>
          <p:cNvSpPr txBox="1"/>
          <p:nvPr/>
        </p:nvSpPr>
        <p:spPr>
          <a:xfrm>
            <a:off x="6358578" y="-211931"/>
            <a:ext cx="298449" cy="92333"/>
          </a:xfrm>
          <a:prstGeom prst="rect">
            <a:avLst/>
          </a:prstGeom>
          <a:noFill/>
        </p:spPr>
        <p:txBody>
          <a:bodyPr wrap="square" lIns="0" tIns="0" rIns="0" bIns="0" rtlCol="0">
            <a:noAutofit/>
          </a:bodyPr>
          <a:lstStyle/>
          <a:p>
            <a:r>
              <a:rPr lang="de-DE" sz="600"/>
              <a:t>0,60</a:t>
            </a:r>
          </a:p>
        </p:txBody>
      </p:sp>
      <p:sp>
        <p:nvSpPr>
          <p:cNvPr id="19" name="Textfeld 18">
            <a:extLst>
              <a:ext uri="{FF2B5EF4-FFF2-40B4-BE49-F238E27FC236}">
                <a16:creationId xmlns:a16="http://schemas.microsoft.com/office/drawing/2014/main" id="{6E0ABA1D-33BC-46A5-B540-3530E829739E}"/>
              </a:ext>
            </a:extLst>
          </p:cNvPr>
          <p:cNvSpPr txBox="1"/>
          <p:nvPr/>
        </p:nvSpPr>
        <p:spPr>
          <a:xfrm>
            <a:off x="5637853" y="-211931"/>
            <a:ext cx="298449" cy="92333"/>
          </a:xfrm>
          <a:prstGeom prst="rect">
            <a:avLst/>
          </a:prstGeom>
          <a:noFill/>
        </p:spPr>
        <p:txBody>
          <a:bodyPr wrap="square" lIns="0" tIns="0" rIns="0" bIns="0" rtlCol="0">
            <a:noAutofit/>
          </a:bodyPr>
          <a:lstStyle/>
          <a:p>
            <a:r>
              <a:rPr lang="de-DE" sz="600"/>
              <a:t>0,60</a:t>
            </a:r>
          </a:p>
        </p:txBody>
      </p:sp>
      <p:sp>
        <p:nvSpPr>
          <p:cNvPr id="20" name="Content Placeholder 2">
            <a:extLst>
              <a:ext uri="{FF2B5EF4-FFF2-40B4-BE49-F238E27FC236}">
                <a16:creationId xmlns:a16="http://schemas.microsoft.com/office/drawing/2014/main" id="{041305A9-0323-4F85-9434-019E7BCF2045}"/>
              </a:ext>
            </a:extLst>
          </p:cNvPr>
          <p:cNvSpPr>
            <a:spLocks noGrp="1"/>
          </p:cNvSpPr>
          <p:nvPr>
            <p:ph idx="12"/>
          </p:nvPr>
        </p:nvSpPr>
        <p:spPr>
          <a:xfrm>
            <a:off x="6309784" y="1981595"/>
            <a:ext cx="5475600" cy="4473205"/>
          </a:xfrm>
        </p:spPr>
        <p:txBody>
          <a:bodyPr vert="horz" lIns="0" tIns="0" rIns="0" bIns="0" rtlCol="0">
            <a:noAutofit/>
          </a:bodyPr>
          <a:lstStyle>
            <a:lvl1pPr>
              <a:defRPr lang="de-DE" sz="1400" b="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cxnSp>
        <p:nvCxnSpPr>
          <p:cNvPr id="15" name="Gerader Verbinder 14">
            <a:extLst>
              <a:ext uri="{FF2B5EF4-FFF2-40B4-BE49-F238E27FC236}">
                <a16:creationId xmlns:a16="http://schemas.microsoft.com/office/drawing/2014/main" id="{AA707742-A8F3-42D7-BBAA-612EAA75B35F}"/>
              </a:ext>
            </a:extLst>
          </p:cNvPr>
          <p:cNvCxnSpPr/>
          <p:nvPr userDrawn="1"/>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676D625F-752B-4F16-A0AF-44843C1D8668}"/>
              </a:ext>
            </a:extLst>
          </p:cNvPr>
          <p:cNvCxnSpPr/>
          <p:nvPr userDrawn="1"/>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4326BB4-5046-4CB3-9938-1E9F62111F13}"/>
              </a:ext>
            </a:extLst>
          </p:cNvPr>
          <p:cNvCxnSpPr/>
          <p:nvPr userDrawn="1"/>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EAC3520E-99F7-4F52-8003-FC8EC29BE213}"/>
              </a:ext>
            </a:extLst>
          </p:cNvPr>
          <p:cNvCxnSpPr/>
          <p:nvPr userDrawn="1"/>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4" name="Datumsplatzhalter 3">
            <a:extLst>
              <a:ext uri="{FF2B5EF4-FFF2-40B4-BE49-F238E27FC236}">
                <a16:creationId xmlns:a16="http://schemas.microsoft.com/office/drawing/2014/main" id="{9A85D2DA-A036-4084-A7C8-88C5FA214FEC}"/>
              </a:ext>
            </a:extLst>
          </p:cNvPr>
          <p:cNvSpPr>
            <a:spLocks noGrp="1"/>
          </p:cNvSpPr>
          <p:nvPr>
            <p:ph type="dt" sz="half" idx="14"/>
          </p:nvPr>
        </p:nvSpPr>
        <p:spPr/>
        <p:txBody>
          <a:bodyPr/>
          <a:lstStyle/>
          <a:p>
            <a:fld id="{FA2C5ABA-7BB1-4A5D-BFF4-137551300662}" type="datetime1">
              <a:rPr lang="de-DE" smtClean="0"/>
              <a:t>15.10.2026</a:t>
            </a:fld>
            <a:endParaRPr lang="de-DE"/>
          </a:p>
        </p:txBody>
      </p:sp>
      <p:sp>
        <p:nvSpPr>
          <p:cNvPr id="6" name="Foliennummernplatzhalter 5">
            <a:extLst>
              <a:ext uri="{FF2B5EF4-FFF2-40B4-BE49-F238E27FC236}">
                <a16:creationId xmlns:a16="http://schemas.microsoft.com/office/drawing/2014/main" id="{02C54E21-4625-433A-B9B2-F298C1E9A9B4}"/>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27" name="Textplatzhalter 8">
            <a:extLst>
              <a:ext uri="{FF2B5EF4-FFF2-40B4-BE49-F238E27FC236}">
                <a16:creationId xmlns:a16="http://schemas.microsoft.com/office/drawing/2014/main" id="{E9C122FC-3CF7-409F-8C5D-86C3032EA2AA}"/>
              </a:ext>
            </a:extLst>
          </p:cNvPr>
          <p:cNvSpPr>
            <a:spLocks noGrp="1"/>
          </p:cNvSpPr>
          <p:nvPr>
            <p:ph type="body" sz="quarter" idx="17"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22" name="Textplatzhalter 2">
            <a:extLst>
              <a:ext uri="{FF2B5EF4-FFF2-40B4-BE49-F238E27FC236}">
                <a16:creationId xmlns:a16="http://schemas.microsoft.com/office/drawing/2014/main" id="{C10F4DD7-7BB1-4155-8349-8462F10F8237}"/>
              </a:ext>
            </a:extLst>
          </p:cNvPr>
          <p:cNvSpPr>
            <a:spLocks noGrp="1"/>
          </p:cNvSpPr>
          <p:nvPr>
            <p:ph type="body" sz="quarter" idx="24" hasCustomPrompt="1"/>
          </p:nvPr>
        </p:nvSpPr>
        <p:spPr>
          <a:xfrm>
            <a:off x="404221" y="1527209"/>
            <a:ext cx="5474926"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28" name="Gerader Verbinder 27">
            <a:extLst>
              <a:ext uri="{FF2B5EF4-FFF2-40B4-BE49-F238E27FC236}">
                <a16:creationId xmlns:a16="http://schemas.microsoft.com/office/drawing/2014/main" id="{31C10000-E1BD-409A-B70B-7463245CC7F9}"/>
              </a:ext>
            </a:extLst>
          </p:cNvPr>
          <p:cNvCxnSpPr>
            <a:cxnSpLocks/>
          </p:cNvCxnSpPr>
          <p:nvPr userDrawn="1"/>
        </p:nvCxnSpPr>
        <p:spPr>
          <a:xfrm>
            <a:off x="404221" y="1827469"/>
            <a:ext cx="5474926"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30" name="Textplatzhalter 2">
            <a:extLst>
              <a:ext uri="{FF2B5EF4-FFF2-40B4-BE49-F238E27FC236}">
                <a16:creationId xmlns:a16="http://schemas.microsoft.com/office/drawing/2014/main" id="{CE151EEB-474B-4D85-ACA1-B171D1A99CAD}"/>
              </a:ext>
            </a:extLst>
          </p:cNvPr>
          <p:cNvSpPr>
            <a:spLocks noGrp="1"/>
          </p:cNvSpPr>
          <p:nvPr>
            <p:ph type="body" sz="quarter" idx="25" hasCustomPrompt="1"/>
          </p:nvPr>
        </p:nvSpPr>
        <p:spPr>
          <a:xfrm>
            <a:off x="6309784" y="1527209"/>
            <a:ext cx="5474926"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31" name="Gerader Verbinder 30">
            <a:extLst>
              <a:ext uri="{FF2B5EF4-FFF2-40B4-BE49-F238E27FC236}">
                <a16:creationId xmlns:a16="http://schemas.microsoft.com/office/drawing/2014/main" id="{9D30EB91-DD1D-4C41-8CFA-F3A5907296D2}"/>
              </a:ext>
            </a:extLst>
          </p:cNvPr>
          <p:cNvCxnSpPr>
            <a:cxnSpLocks/>
          </p:cNvCxnSpPr>
          <p:nvPr userDrawn="1"/>
        </p:nvCxnSpPr>
        <p:spPr>
          <a:xfrm>
            <a:off x="6309784" y="1827469"/>
            <a:ext cx="5474926"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Fußzeilenplatzhalter 1">
            <a:extLst>
              <a:ext uri="{FF2B5EF4-FFF2-40B4-BE49-F238E27FC236}">
                <a16:creationId xmlns:a16="http://schemas.microsoft.com/office/drawing/2014/main" id="{D99B7189-43EF-AF75-A740-A28A0780E1D7}"/>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579511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704">
          <p15:clr>
            <a:srgbClr val="FBAE40"/>
          </p15:clr>
        </p15:guide>
        <p15:guide id="4" pos="397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ITEL &amp; INHALT (dreispaltig)">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1D0F490B-D532-4074-AA62-582D67A17B39}"/>
              </a:ext>
            </a:extLst>
          </p:cNvPr>
          <p:cNvSpPr>
            <a:spLocks noGrp="1"/>
          </p:cNvSpPr>
          <p:nvPr>
            <p:ph idx="1"/>
          </p:nvPr>
        </p:nvSpPr>
        <p:spPr>
          <a:xfrm>
            <a:off x="406400" y="1981595"/>
            <a:ext cx="3502025" cy="4107798"/>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29" name="Content Placeholder 2">
            <a:extLst>
              <a:ext uri="{FF2B5EF4-FFF2-40B4-BE49-F238E27FC236}">
                <a16:creationId xmlns:a16="http://schemas.microsoft.com/office/drawing/2014/main" id="{11760F8A-ACCC-4349-9168-0CF9F810996C}"/>
              </a:ext>
            </a:extLst>
          </p:cNvPr>
          <p:cNvSpPr>
            <a:spLocks noGrp="1"/>
          </p:cNvSpPr>
          <p:nvPr>
            <p:ph idx="12"/>
          </p:nvPr>
        </p:nvSpPr>
        <p:spPr>
          <a:xfrm>
            <a:off x="4343880" y="1981595"/>
            <a:ext cx="3504000" cy="4107798"/>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0" name="Content Placeholder 2">
            <a:extLst>
              <a:ext uri="{FF2B5EF4-FFF2-40B4-BE49-F238E27FC236}">
                <a16:creationId xmlns:a16="http://schemas.microsoft.com/office/drawing/2014/main" id="{5F854A58-327F-4938-8DCB-35C6BE29F12B}"/>
              </a:ext>
            </a:extLst>
          </p:cNvPr>
          <p:cNvSpPr>
            <a:spLocks noGrp="1"/>
          </p:cNvSpPr>
          <p:nvPr>
            <p:ph idx="13"/>
          </p:nvPr>
        </p:nvSpPr>
        <p:spPr>
          <a:xfrm>
            <a:off x="8281360" y="1981595"/>
            <a:ext cx="3504000" cy="4107798"/>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C1E271BB-71AD-471E-9266-D8FD67715957}"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14" name="Textplatzhalter 2">
            <a:extLst>
              <a:ext uri="{FF2B5EF4-FFF2-40B4-BE49-F238E27FC236}">
                <a16:creationId xmlns:a16="http://schemas.microsoft.com/office/drawing/2014/main" id="{819523CD-205D-46FF-B870-126E3140CDFA}"/>
              </a:ext>
            </a:extLst>
          </p:cNvPr>
          <p:cNvSpPr>
            <a:spLocks noGrp="1"/>
          </p:cNvSpPr>
          <p:nvPr>
            <p:ph type="body" sz="quarter" idx="24" hasCustomPrompt="1"/>
          </p:nvPr>
        </p:nvSpPr>
        <p:spPr>
          <a:xfrm>
            <a:off x="404221" y="1527209"/>
            <a:ext cx="3502025"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17" name="Gerader Verbinder 16">
            <a:extLst>
              <a:ext uri="{FF2B5EF4-FFF2-40B4-BE49-F238E27FC236}">
                <a16:creationId xmlns:a16="http://schemas.microsoft.com/office/drawing/2014/main" id="{548A74EE-715E-429A-8C5B-B824FAB17C9D}"/>
              </a:ext>
            </a:extLst>
          </p:cNvPr>
          <p:cNvCxnSpPr>
            <a:cxnSpLocks/>
          </p:cNvCxnSpPr>
          <p:nvPr userDrawn="1"/>
        </p:nvCxnSpPr>
        <p:spPr>
          <a:xfrm>
            <a:off x="404221" y="1827469"/>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03761E03-B3E2-4579-BA8C-50365725396B}"/>
              </a:ext>
            </a:extLst>
          </p:cNvPr>
          <p:cNvCxnSpPr>
            <a:cxnSpLocks/>
          </p:cNvCxnSpPr>
          <p:nvPr userDrawn="1"/>
        </p:nvCxnSpPr>
        <p:spPr>
          <a:xfrm>
            <a:off x="4339726" y="1831691"/>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C8114F44-42AB-4A1C-9BE7-32494BA78EE1}"/>
              </a:ext>
            </a:extLst>
          </p:cNvPr>
          <p:cNvCxnSpPr>
            <a:cxnSpLocks/>
          </p:cNvCxnSpPr>
          <p:nvPr userDrawn="1"/>
        </p:nvCxnSpPr>
        <p:spPr>
          <a:xfrm>
            <a:off x="8283335" y="1831691"/>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39" name="Textplatzhalter 2">
            <a:extLst>
              <a:ext uri="{FF2B5EF4-FFF2-40B4-BE49-F238E27FC236}">
                <a16:creationId xmlns:a16="http://schemas.microsoft.com/office/drawing/2014/main" id="{6BDDC13F-EE6F-494C-B662-D9412115659B}"/>
              </a:ext>
            </a:extLst>
          </p:cNvPr>
          <p:cNvSpPr>
            <a:spLocks noGrp="1"/>
          </p:cNvSpPr>
          <p:nvPr userDrawn="1">
            <p:ph type="body" sz="quarter" idx="32" hasCustomPrompt="1"/>
          </p:nvPr>
        </p:nvSpPr>
        <p:spPr>
          <a:xfrm>
            <a:off x="4347830" y="1531431"/>
            <a:ext cx="3502025"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43" name="Textplatzhalter 2">
            <a:extLst>
              <a:ext uri="{FF2B5EF4-FFF2-40B4-BE49-F238E27FC236}">
                <a16:creationId xmlns:a16="http://schemas.microsoft.com/office/drawing/2014/main" id="{62F20366-AE8B-43BA-B45F-FB4CF2B11D4C}"/>
              </a:ext>
            </a:extLst>
          </p:cNvPr>
          <p:cNvSpPr>
            <a:spLocks noGrp="1"/>
          </p:cNvSpPr>
          <p:nvPr userDrawn="1">
            <p:ph type="body" sz="quarter" idx="36" hasCustomPrompt="1"/>
          </p:nvPr>
        </p:nvSpPr>
        <p:spPr>
          <a:xfrm>
            <a:off x="8283335" y="1531431"/>
            <a:ext cx="3502025"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grpSp>
        <p:nvGrpSpPr>
          <p:cNvPr id="3" name="Gruppieren 2">
            <a:extLst>
              <a:ext uri="{FF2B5EF4-FFF2-40B4-BE49-F238E27FC236}">
                <a16:creationId xmlns:a16="http://schemas.microsoft.com/office/drawing/2014/main" id="{CFF3EB9A-1224-44D8-945E-760F6DAB34C1}"/>
              </a:ext>
            </a:extLst>
          </p:cNvPr>
          <p:cNvGrpSpPr/>
          <p:nvPr userDrawn="1"/>
        </p:nvGrpSpPr>
        <p:grpSpPr>
          <a:xfrm>
            <a:off x="4343880" y="-226336"/>
            <a:ext cx="346079" cy="117695"/>
            <a:chOff x="6310948" y="-226336"/>
            <a:chExt cx="346079" cy="117695"/>
          </a:xfrm>
        </p:grpSpPr>
        <p:cxnSp>
          <p:nvCxnSpPr>
            <p:cNvPr id="31" name="Gerader Verbinder 30">
              <a:extLst>
                <a:ext uri="{FF2B5EF4-FFF2-40B4-BE49-F238E27FC236}">
                  <a16:creationId xmlns:a16="http://schemas.microsoft.com/office/drawing/2014/main" id="{3638D54A-3B50-412C-99A9-A893DF01E466}"/>
                </a:ext>
              </a:extLst>
            </p:cNvPr>
            <p:cNvCxnSpPr/>
            <p:nvPr userDrawn="1"/>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6AD85E7D-EDDC-4209-B359-941F8F6669AC}"/>
                </a:ext>
              </a:extLst>
            </p:cNvPr>
            <p:cNvCxnSpPr/>
            <p:nvPr userDrawn="1"/>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feld 47">
              <a:extLst>
                <a:ext uri="{FF2B5EF4-FFF2-40B4-BE49-F238E27FC236}">
                  <a16:creationId xmlns:a16="http://schemas.microsoft.com/office/drawing/2014/main" id="{31262FAA-FE04-48A4-8E64-756132D9938D}"/>
                </a:ext>
              </a:extLst>
            </p:cNvPr>
            <p:cNvSpPr txBox="1"/>
            <p:nvPr userDrawn="1"/>
          </p:nvSpPr>
          <p:spPr>
            <a:xfrm>
              <a:off x="6358578" y="-211931"/>
              <a:ext cx="298449" cy="92333"/>
            </a:xfrm>
            <a:prstGeom prst="rect">
              <a:avLst/>
            </a:prstGeom>
            <a:noFill/>
          </p:spPr>
          <p:txBody>
            <a:bodyPr wrap="square" lIns="0" tIns="0" rIns="0" bIns="0" rtlCol="0">
              <a:noAutofit/>
            </a:bodyPr>
            <a:lstStyle/>
            <a:p>
              <a:r>
                <a:rPr lang="de-DE" sz="600"/>
                <a:t>0,60</a:t>
              </a:r>
            </a:p>
          </p:txBody>
        </p:sp>
        <p:cxnSp>
          <p:nvCxnSpPr>
            <p:cNvPr id="50" name="Gerader Verbinder 49">
              <a:extLst>
                <a:ext uri="{FF2B5EF4-FFF2-40B4-BE49-F238E27FC236}">
                  <a16:creationId xmlns:a16="http://schemas.microsoft.com/office/drawing/2014/main" id="{EABFE15D-6CEF-409B-889E-D48850EEA181}"/>
                </a:ext>
              </a:extLst>
            </p:cNvPr>
            <p:cNvCxnSpPr/>
            <p:nvPr userDrawn="1"/>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16D81CDB-D3DD-4ECC-9865-40C258650C73}"/>
                </a:ext>
              </a:extLst>
            </p:cNvPr>
            <p:cNvCxnSpPr/>
            <p:nvPr userDrawn="1"/>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 name="Gruppieren 1">
            <a:extLst>
              <a:ext uri="{FF2B5EF4-FFF2-40B4-BE49-F238E27FC236}">
                <a16:creationId xmlns:a16="http://schemas.microsoft.com/office/drawing/2014/main" id="{7D9BEC69-1BC2-40A9-A647-705D10FD9FA4}"/>
              </a:ext>
            </a:extLst>
          </p:cNvPr>
          <p:cNvGrpSpPr/>
          <p:nvPr userDrawn="1"/>
        </p:nvGrpSpPr>
        <p:grpSpPr>
          <a:xfrm>
            <a:off x="3679826" y="-226336"/>
            <a:ext cx="298449" cy="117695"/>
            <a:chOff x="5637853" y="-226336"/>
            <a:chExt cx="298449" cy="117695"/>
          </a:xfrm>
        </p:grpSpPr>
        <p:cxnSp>
          <p:nvCxnSpPr>
            <p:cNvPr id="32" name="Gerader Verbinder 31">
              <a:extLst>
                <a:ext uri="{FF2B5EF4-FFF2-40B4-BE49-F238E27FC236}">
                  <a16:creationId xmlns:a16="http://schemas.microsoft.com/office/drawing/2014/main" id="{260D1594-6FC7-42EF-AA73-C197A020C846}"/>
                </a:ext>
              </a:extLst>
            </p:cNvPr>
            <p:cNvCxnSpPr/>
            <p:nvPr userDrawn="1"/>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D89F3E7A-F7C0-471B-9C47-CD984AFA4B1D}"/>
                </a:ext>
              </a:extLst>
            </p:cNvPr>
            <p:cNvCxnSpPr/>
            <p:nvPr userDrawn="1"/>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feld 48">
              <a:extLst>
                <a:ext uri="{FF2B5EF4-FFF2-40B4-BE49-F238E27FC236}">
                  <a16:creationId xmlns:a16="http://schemas.microsoft.com/office/drawing/2014/main" id="{6932CE89-E215-47B8-BD0C-6CA1104C46B0}"/>
                </a:ext>
              </a:extLst>
            </p:cNvPr>
            <p:cNvSpPr txBox="1"/>
            <p:nvPr userDrawn="1"/>
          </p:nvSpPr>
          <p:spPr>
            <a:xfrm>
              <a:off x="5637853" y="-211931"/>
              <a:ext cx="298449" cy="92333"/>
            </a:xfrm>
            <a:prstGeom prst="rect">
              <a:avLst/>
            </a:prstGeom>
            <a:noFill/>
          </p:spPr>
          <p:txBody>
            <a:bodyPr wrap="square" lIns="0" tIns="0" rIns="0" bIns="0" rtlCol="0">
              <a:noAutofit/>
            </a:bodyPr>
            <a:lstStyle/>
            <a:p>
              <a:r>
                <a:rPr lang="de-DE" sz="600"/>
                <a:t>0,60</a:t>
              </a:r>
            </a:p>
          </p:txBody>
        </p:sp>
        <p:cxnSp>
          <p:nvCxnSpPr>
            <p:cNvPr id="51" name="Gerader Verbinder 50">
              <a:extLst>
                <a:ext uri="{FF2B5EF4-FFF2-40B4-BE49-F238E27FC236}">
                  <a16:creationId xmlns:a16="http://schemas.microsoft.com/office/drawing/2014/main" id="{D7689B6B-5F56-4E31-83F4-0757B40CE4CF}"/>
                </a:ext>
              </a:extLst>
            </p:cNvPr>
            <p:cNvCxnSpPr/>
            <p:nvPr userDrawn="1"/>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CEB502F3-DBB9-45EF-97AF-E928293426D0}"/>
                </a:ext>
              </a:extLst>
            </p:cNvPr>
            <p:cNvCxnSpPr/>
            <p:nvPr userDrawn="1"/>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4" name="Gruppieren 53">
            <a:extLst>
              <a:ext uri="{FF2B5EF4-FFF2-40B4-BE49-F238E27FC236}">
                <a16:creationId xmlns:a16="http://schemas.microsoft.com/office/drawing/2014/main" id="{AE534291-58C0-40F5-8997-F4FF3F327C43}"/>
              </a:ext>
            </a:extLst>
          </p:cNvPr>
          <p:cNvGrpSpPr/>
          <p:nvPr userDrawn="1"/>
        </p:nvGrpSpPr>
        <p:grpSpPr>
          <a:xfrm>
            <a:off x="8281360" y="-226336"/>
            <a:ext cx="346079" cy="117695"/>
            <a:chOff x="6310948" y="-226336"/>
            <a:chExt cx="346079" cy="117695"/>
          </a:xfrm>
        </p:grpSpPr>
        <p:cxnSp>
          <p:nvCxnSpPr>
            <p:cNvPr id="55" name="Gerader Verbinder 54">
              <a:extLst>
                <a:ext uri="{FF2B5EF4-FFF2-40B4-BE49-F238E27FC236}">
                  <a16:creationId xmlns:a16="http://schemas.microsoft.com/office/drawing/2014/main" id="{578EC5A3-F67D-4599-8FE5-4BF7A6757F1E}"/>
                </a:ext>
              </a:extLst>
            </p:cNvPr>
            <p:cNvCxnSpPr/>
            <p:nvPr userDrawn="1"/>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Gerader Verbinder 55">
              <a:extLst>
                <a:ext uri="{FF2B5EF4-FFF2-40B4-BE49-F238E27FC236}">
                  <a16:creationId xmlns:a16="http://schemas.microsoft.com/office/drawing/2014/main" id="{981DEE06-F752-4CDA-8D9D-EF8B1CDC07F8}"/>
                </a:ext>
              </a:extLst>
            </p:cNvPr>
            <p:cNvCxnSpPr/>
            <p:nvPr userDrawn="1"/>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57" name="Textfeld 56">
              <a:extLst>
                <a:ext uri="{FF2B5EF4-FFF2-40B4-BE49-F238E27FC236}">
                  <a16:creationId xmlns:a16="http://schemas.microsoft.com/office/drawing/2014/main" id="{8725783B-D63B-45A4-867F-6C8526EE94EE}"/>
                </a:ext>
              </a:extLst>
            </p:cNvPr>
            <p:cNvSpPr txBox="1"/>
            <p:nvPr userDrawn="1"/>
          </p:nvSpPr>
          <p:spPr>
            <a:xfrm>
              <a:off x="6358578" y="-211931"/>
              <a:ext cx="298449" cy="92333"/>
            </a:xfrm>
            <a:prstGeom prst="rect">
              <a:avLst/>
            </a:prstGeom>
            <a:noFill/>
          </p:spPr>
          <p:txBody>
            <a:bodyPr wrap="square" lIns="0" tIns="0" rIns="0" bIns="0" rtlCol="0">
              <a:noAutofit/>
            </a:bodyPr>
            <a:lstStyle/>
            <a:p>
              <a:r>
                <a:rPr lang="de-DE" sz="600"/>
                <a:t>0,60</a:t>
              </a:r>
            </a:p>
          </p:txBody>
        </p:sp>
        <p:cxnSp>
          <p:nvCxnSpPr>
            <p:cNvPr id="58" name="Gerader Verbinder 57">
              <a:extLst>
                <a:ext uri="{FF2B5EF4-FFF2-40B4-BE49-F238E27FC236}">
                  <a16:creationId xmlns:a16="http://schemas.microsoft.com/office/drawing/2014/main" id="{689E672E-5C7A-4006-8999-A3F5B353DFC9}"/>
                </a:ext>
              </a:extLst>
            </p:cNvPr>
            <p:cNvCxnSpPr/>
            <p:nvPr userDrawn="1"/>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456ABEB1-A2D6-4FA5-95C6-2FB145FBE00F}"/>
                </a:ext>
              </a:extLst>
            </p:cNvPr>
            <p:cNvCxnSpPr/>
            <p:nvPr userDrawn="1"/>
          </p:nvCxnSpPr>
          <p:spPr>
            <a:xfrm flipV="1">
              <a:off x="6310948" y="-226336"/>
              <a:ext cx="0" cy="11769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0" name="Gruppieren 59">
            <a:extLst>
              <a:ext uri="{FF2B5EF4-FFF2-40B4-BE49-F238E27FC236}">
                <a16:creationId xmlns:a16="http://schemas.microsoft.com/office/drawing/2014/main" id="{F176BBAB-AF11-48B3-9F87-CBE43B92D7AF}"/>
              </a:ext>
            </a:extLst>
          </p:cNvPr>
          <p:cNvGrpSpPr/>
          <p:nvPr userDrawn="1"/>
        </p:nvGrpSpPr>
        <p:grpSpPr>
          <a:xfrm>
            <a:off x="7617306" y="-226336"/>
            <a:ext cx="298449" cy="117695"/>
            <a:chOff x="5637853" y="-226336"/>
            <a:chExt cx="298449" cy="117695"/>
          </a:xfrm>
        </p:grpSpPr>
        <p:cxnSp>
          <p:nvCxnSpPr>
            <p:cNvPr id="61" name="Gerader Verbinder 60">
              <a:extLst>
                <a:ext uri="{FF2B5EF4-FFF2-40B4-BE49-F238E27FC236}">
                  <a16:creationId xmlns:a16="http://schemas.microsoft.com/office/drawing/2014/main" id="{6C8EFDCC-6154-422D-8CF9-2877C31F703D}"/>
                </a:ext>
              </a:extLst>
            </p:cNvPr>
            <p:cNvCxnSpPr/>
            <p:nvPr userDrawn="1"/>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Gerader Verbinder 61">
              <a:extLst>
                <a:ext uri="{FF2B5EF4-FFF2-40B4-BE49-F238E27FC236}">
                  <a16:creationId xmlns:a16="http://schemas.microsoft.com/office/drawing/2014/main" id="{7998ACAA-4926-4CF0-B68F-66A402CE94F9}"/>
                </a:ext>
              </a:extLst>
            </p:cNvPr>
            <p:cNvCxnSpPr/>
            <p:nvPr userDrawn="1"/>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63" name="Textfeld 62">
              <a:extLst>
                <a:ext uri="{FF2B5EF4-FFF2-40B4-BE49-F238E27FC236}">
                  <a16:creationId xmlns:a16="http://schemas.microsoft.com/office/drawing/2014/main" id="{1D20F693-EAA3-40AD-8484-13EDE373AFBA}"/>
                </a:ext>
              </a:extLst>
            </p:cNvPr>
            <p:cNvSpPr txBox="1"/>
            <p:nvPr userDrawn="1"/>
          </p:nvSpPr>
          <p:spPr>
            <a:xfrm>
              <a:off x="5637853" y="-211931"/>
              <a:ext cx="298449" cy="92333"/>
            </a:xfrm>
            <a:prstGeom prst="rect">
              <a:avLst/>
            </a:prstGeom>
            <a:noFill/>
          </p:spPr>
          <p:txBody>
            <a:bodyPr wrap="square" lIns="0" tIns="0" rIns="0" bIns="0" rtlCol="0">
              <a:noAutofit/>
            </a:bodyPr>
            <a:lstStyle/>
            <a:p>
              <a:r>
                <a:rPr lang="de-DE" sz="600"/>
                <a:t>0,60</a:t>
              </a:r>
            </a:p>
          </p:txBody>
        </p:sp>
        <p:cxnSp>
          <p:nvCxnSpPr>
            <p:cNvPr id="64" name="Gerader Verbinder 63">
              <a:extLst>
                <a:ext uri="{FF2B5EF4-FFF2-40B4-BE49-F238E27FC236}">
                  <a16:creationId xmlns:a16="http://schemas.microsoft.com/office/drawing/2014/main" id="{C19BC4F2-D973-43FE-AA4B-5DE0AE723717}"/>
                </a:ext>
              </a:extLst>
            </p:cNvPr>
            <p:cNvCxnSpPr/>
            <p:nvPr userDrawn="1"/>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03C20A8B-6FB7-428A-B045-AFEF0ADE6777}"/>
                </a:ext>
              </a:extLst>
            </p:cNvPr>
            <p:cNvCxnSpPr/>
            <p:nvPr userDrawn="1"/>
          </p:nvCxnSpPr>
          <p:spPr>
            <a:xfrm flipV="1">
              <a:off x="5879147" y="-226336"/>
              <a:ext cx="0" cy="117695"/>
            </a:xfrm>
            <a:prstGeom prst="line">
              <a:avLst/>
            </a:prstGeom>
          </p:spPr>
          <p:style>
            <a:lnRef idx="1">
              <a:schemeClr val="accent1"/>
            </a:lnRef>
            <a:fillRef idx="0">
              <a:schemeClr val="accent1"/>
            </a:fillRef>
            <a:effectRef idx="0">
              <a:schemeClr val="accent1"/>
            </a:effectRef>
            <a:fontRef idx="minor">
              <a:schemeClr val="tx1"/>
            </a:fontRef>
          </p:style>
        </p:cxnSp>
      </p:grpSp>
      <p:sp>
        <p:nvSpPr>
          <p:cNvPr id="4" name="Fußzeilenplatzhalter 1">
            <a:extLst>
              <a:ext uri="{FF2B5EF4-FFF2-40B4-BE49-F238E27FC236}">
                <a16:creationId xmlns:a16="http://schemas.microsoft.com/office/drawing/2014/main" id="{82D2E8E9-D48B-4642-91BD-01608E77C099}"/>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207845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TITEL &amp; INHALT (vierspaltig)">
    <p:spTree>
      <p:nvGrpSpPr>
        <p:cNvPr id="1" name=""/>
        <p:cNvGrpSpPr/>
        <p:nvPr/>
      </p:nvGrpSpPr>
      <p:grpSpPr>
        <a:xfrm>
          <a:off x="0" y="0"/>
          <a:ext cx="0" cy="0"/>
          <a:chOff x="0" y="0"/>
          <a:chExt cx="0" cy="0"/>
        </a:xfrm>
      </p:grpSpPr>
      <p:cxnSp>
        <p:nvCxnSpPr>
          <p:cNvPr id="20" name="Gerader Verbinder 19">
            <a:extLst>
              <a:ext uri="{FF2B5EF4-FFF2-40B4-BE49-F238E27FC236}">
                <a16:creationId xmlns:a16="http://schemas.microsoft.com/office/drawing/2014/main" id="{8FDB4C41-1C32-44DC-A4B8-C89938143C59}"/>
              </a:ext>
            </a:extLst>
          </p:cNvPr>
          <p:cNvCxnSpPr/>
          <p:nvPr/>
        </p:nvCxnSpPr>
        <p:spPr>
          <a:xfrm flipV="1">
            <a:off x="29279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EBAC2A6D-015C-494D-92BD-B4FD8F5FA29B}"/>
              </a:ext>
            </a:extLst>
          </p:cNvPr>
          <p:cNvCxnSpPr/>
          <p:nvPr/>
        </p:nvCxnSpPr>
        <p:spPr>
          <a:xfrm flipV="1">
            <a:off x="3359785"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78E0C73D-6D5C-42EC-AA93-EC6597BF3B10}"/>
              </a:ext>
            </a:extLst>
          </p:cNvPr>
          <p:cNvCxnSpPr/>
          <p:nvPr/>
        </p:nvCxnSpPr>
        <p:spPr>
          <a:xfrm flipV="1">
            <a:off x="5877560"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31F89B14-020D-40CB-A9F1-8E13CB8484AF}"/>
              </a:ext>
            </a:extLst>
          </p:cNvPr>
          <p:cNvCxnSpPr/>
          <p:nvPr/>
        </p:nvCxnSpPr>
        <p:spPr>
          <a:xfrm flipV="1">
            <a:off x="6312533" y="-212048"/>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feld 26">
            <a:extLst>
              <a:ext uri="{FF2B5EF4-FFF2-40B4-BE49-F238E27FC236}">
                <a16:creationId xmlns:a16="http://schemas.microsoft.com/office/drawing/2014/main" id="{0D1229B9-A284-4241-8204-FE6B33F077BA}"/>
              </a:ext>
            </a:extLst>
          </p:cNvPr>
          <p:cNvSpPr txBox="1"/>
          <p:nvPr userDrawn="1"/>
        </p:nvSpPr>
        <p:spPr>
          <a:xfrm>
            <a:off x="6360162" y="-197643"/>
            <a:ext cx="298449" cy="92333"/>
          </a:xfrm>
          <a:prstGeom prst="rect">
            <a:avLst/>
          </a:prstGeom>
          <a:noFill/>
        </p:spPr>
        <p:txBody>
          <a:bodyPr wrap="square" lIns="0" tIns="0" rIns="0" bIns="0" rtlCol="0">
            <a:noAutofit/>
          </a:bodyPr>
          <a:lstStyle/>
          <a:p>
            <a:r>
              <a:rPr lang="de-DE" sz="600"/>
              <a:t>0,60</a:t>
            </a:r>
          </a:p>
        </p:txBody>
      </p:sp>
      <p:sp>
        <p:nvSpPr>
          <p:cNvPr id="51" name="Textfeld 50">
            <a:extLst>
              <a:ext uri="{FF2B5EF4-FFF2-40B4-BE49-F238E27FC236}">
                <a16:creationId xmlns:a16="http://schemas.microsoft.com/office/drawing/2014/main" id="{D2CD30C3-8110-4792-957E-657FE79CE12D}"/>
              </a:ext>
            </a:extLst>
          </p:cNvPr>
          <p:cNvSpPr txBox="1"/>
          <p:nvPr/>
        </p:nvSpPr>
        <p:spPr>
          <a:xfrm>
            <a:off x="2975617" y="-211931"/>
            <a:ext cx="298449" cy="92333"/>
          </a:xfrm>
          <a:prstGeom prst="rect">
            <a:avLst/>
          </a:prstGeom>
          <a:noFill/>
        </p:spPr>
        <p:txBody>
          <a:bodyPr wrap="square" lIns="0" tIns="0" rIns="0" bIns="0" rtlCol="0">
            <a:noAutofit/>
          </a:bodyPr>
          <a:lstStyle/>
          <a:p>
            <a:r>
              <a:rPr lang="de-DE" sz="600"/>
              <a:t>8,80</a:t>
            </a:r>
          </a:p>
        </p:txBody>
      </p:sp>
      <p:sp>
        <p:nvSpPr>
          <p:cNvPr id="52" name="Textfeld 51">
            <a:extLst>
              <a:ext uri="{FF2B5EF4-FFF2-40B4-BE49-F238E27FC236}">
                <a16:creationId xmlns:a16="http://schemas.microsoft.com/office/drawing/2014/main" id="{DBBAAD94-D77B-4959-9685-0013AEDCEE45}"/>
              </a:ext>
            </a:extLst>
          </p:cNvPr>
          <p:cNvSpPr txBox="1"/>
          <p:nvPr/>
        </p:nvSpPr>
        <p:spPr>
          <a:xfrm>
            <a:off x="3407416" y="-211931"/>
            <a:ext cx="298449" cy="92333"/>
          </a:xfrm>
          <a:prstGeom prst="rect">
            <a:avLst/>
          </a:prstGeom>
          <a:noFill/>
        </p:spPr>
        <p:txBody>
          <a:bodyPr wrap="square" lIns="0" tIns="0" rIns="0" bIns="0" rtlCol="0">
            <a:noAutofit/>
          </a:bodyPr>
          <a:lstStyle/>
          <a:p>
            <a:r>
              <a:rPr lang="de-DE" sz="600"/>
              <a:t>7,61</a:t>
            </a:r>
          </a:p>
        </p:txBody>
      </p:sp>
      <p:sp>
        <p:nvSpPr>
          <p:cNvPr id="53" name="Textfeld 52">
            <a:extLst>
              <a:ext uri="{FF2B5EF4-FFF2-40B4-BE49-F238E27FC236}">
                <a16:creationId xmlns:a16="http://schemas.microsoft.com/office/drawing/2014/main" id="{A4D0489D-23B2-440A-8955-04F49F05A404}"/>
              </a:ext>
            </a:extLst>
          </p:cNvPr>
          <p:cNvSpPr txBox="1"/>
          <p:nvPr/>
        </p:nvSpPr>
        <p:spPr>
          <a:xfrm>
            <a:off x="5925190" y="-211931"/>
            <a:ext cx="298449" cy="92333"/>
          </a:xfrm>
          <a:prstGeom prst="rect">
            <a:avLst/>
          </a:prstGeom>
          <a:noFill/>
        </p:spPr>
        <p:txBody>
          <a:bodyPr wrap="square" lIns="0" tIns="0" rIns="0" bIns="0" rtlCol="0">
            <a:noAutofit/>
          </a:bodyPr>
          <a:lstStyle/>
          <a:p>
            <a:r>
              <a:rPr lang="de-DE" sz="600"/>
              <a:t>0,60</a:t>
            </a:r>
          </a:p>
        </p:txBody>
      </p:sp>
      <p:cxnSp>
        <p:nvCxnSpPr>
          <p:cNvPr id="54" name="Gerader Verbinder 53">
            <a:extLst>
              <a:ext uri="{FF2B5EF4-FFF2-40B4-BE49-F238E27FC236}">
                <a16:creationId xmlns:a16="http://schemas.microsoft.com/office/drawing/2014/main" id="{5F2B4357-9CC7-4778-B790-924FC938E6ED}"/>
              </a:ext>
            </a:extLst>
          </p:cNvPr>
          <p:cNvCxnSpPr/>
          <p:nvPr/>
        </p:nvCxnSpPr>
        <p:spPr>
          <a:xfrm flipV="1">
            <a:off x="88334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D3172D8B-36E7-46B4-916D-A4C57F2FFCA9}"/>
              </a:ext>
            </a:extLst>
          </p:cNvPr>
          <p:cNvCxnSpPr/>
          <p:nvPr/>
        </p:nvCxnSpPr>
        <p:spPr>
          <a:xfrm flipV="1">
            <a:off x="92589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feld 55">
            <a:extLst>
              <a:ext uri="{FF2B5EF4-FFF2-40B4-BE49-F238E27FC236}">
                <a16:creationId xmlns:a16="http://schemas.microsoft.com/office/drawing/2014/main" id="{C456474B-AF8C-40FE-8CB8-FF556FC3F4F3}"/>
              </a:ext>
            </a:extLst>
          </p:cNvPr>
          <p:cNvSpPr txBox="1"/>
          <p:nvPr/>
        </p:nvSpPr>
        <p:spPr>
          <a:xfrm>
            <a:off x="8881117" y="-211931"/>
            <a:ext cx="298449" cy="92333"/>
          </a:xfrm>
          <a:prstGeom prst="rect">
            <a:avLst/>
          </a:prstGeom>
          <a:noFill/>
        </p:spPr>
        <p:txBody>
          <a:bodyPr wrap="square" lIns="0" tIns="0" rIns="0" bIns="0" rtlCol="0">
            <a:noAutofit/>
          </a:bodyPr>
          <a:lstStyle/>
          <a:p>
            <a:r>
              <a:rPr lang="de-DE" sz="600"/>
              <a:t>7,61</a:t>
            </a:r>
          </a:p>
        </p:txBody>
      </p:sp>
      <p:sp>
        <p:nvSpPr>
          <p:cNvPr id="57" name="Textfeld 56">
            <a:extLst>
              <a:ext uri="{FF2B5EF4-FFF2-40B4-BE49-F238E27FC236}">
                <a16:creationId xmlns:a16="http://schemas.microsoft.com/office/drawing/2014/main" id="{DFB5D1D1-D027-4FB8-A559-472AB7E2DD80}"/>
              </a:ext>
            </a:extLst>
          </p:cNvPr>
          <p:cNvSpPr txBox="1"/>
          <p:nvPr/>
        </p:nvSpPr>
        <p:spPr>
          <a:xfrm>
            <a:off x="9306566" y="-211931"/>
            <a:ext cx="298449" cy="92333"/>
          </a:xfrm>
          <a:prstGeom prst="rect">
            <a:avLst/>
          </a:prstGeom>
          <a:noFill/>
        </p:spPr>
        <p:txBody>
          <a:bodyPr wrap="square" lIns="0" tIns="0" rIns="0" bIns="0" rtlCol="0">
            <a:noAutofit/>
          </a:bodyPr>
          <a:lstStyle/>
          <a:p>
            <a:r>
              <a:rPr lang="de-DE" sz="600"/>
              <a:t>8,80</a:t>
            </a:r>
          </a:p>
        </p:txBody>
      </p:sp>
      <p:sp>
        <p:nvSpPr>
          <p:cNvPr id="58" name="Content Placeholder 2">
            <a:extLst>
              <a:ext uri="{FF2B5EF4-FFF2-40B4-BE49-F238E27FC236}">
                <a16:creationId xmlns:a16="http://schemas.microsoft.com/office/drawing/2014/main" id="{85A90AB2-B78A-4256-8CCF-9CE4D685518C}"/>
              </a:ext>
            </a:extLst>
          </p:cNvPr>
          <p:cNvSpPr>
            <a:spLocks noGrp="1"/>
          </p:cNvSpPr>
          <p:nvPr>
            <p:ph idx="15"/>
          </p:nvPr>
        </p:nvSpPr>
        <p:spPr>
          <a:xfrm>
            <a:off x="406400" y="1981596"/>
            <a:ext cx="2520000" cy="4107798"/>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050" b="0">
                <a:solidFill>
                  <a:schemeClr val="accent5"/>
                </a:solidFill>
                <a:latin typeface="+mn-lt"/>
              </a:defRPr>
            </a:lvl2pPr>
            <a:lvl3pPr>
              <a:defRPr sz="105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59" name="Content Placeholder 2">
            <a:extLst>
              <a:ext uri="{FF2B5EF4-FFF2-40B4-BE49-F238E27FC236}">
                <a16:creationId xmlns:a16="http://schemas.microsoft.com/office/drawing/2014/main" id="{6C59E5CB-49E8-406F-9FB8-EE2DCC9BC715}"/>
              </a:ext>
            </a:extLst>
          </p:cNvPr>
          <p:cNvSpPr>
            <a:spLocks noGrp="1"/>
          </p:cNvSpPr>
          <p:nvPr>
            <p:ph idx="16"/>
          </p:nvPr>
        </p:nvSpPr>
        <p:spPr>
          <a:xfrm>
            <a:off x="3359387" y="1981596"/>
            <a:ext cx="2520000" cy="4107798"/>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050" b="0">
                <a:solidFill>
                  <a:schemeClr val="accent5"/>
                </a:solidFill>
                <a:latin typeface="+mn-lt"/>
              </a:defRPr>
            </a:lvl2pPr>
            <a:lvl3pPr>
              <a:defRPr sz="105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60" name="Content Placeholder 2">
            <a:extLst>
              <a:ext uri="{FF2B5EF4-FFF2-40B4-BE49-F238E27FC236}">
                <a16:creationId xmlns:a16="http://schemas.microsoft.com/office/drawing/2014/main" id="{B9795B59-364E-47A6-8872-AEC82EC6BA4E}"/>
              </a:ext>
            </a:extLst>
          </p:cNvPr>
          <p:cNvSpPr>
            <a:spLocks noGrp="1"/>
          </p:cNvSpPr>
          <p:nvPr>
            <p:ph idx="17"/>
          </p:nvPr>
        </p:nvSpPr>
        <p:spPr>
          <a:xfrm>
            <a:off x="6312373" y="1981596"/>
            <a:ext cx="2520000" cy="4107798"/>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050" b="0">
                <a:solidFill>
                  <a:schemeClr val="accent5"/>
                </a:solidFill>
                <a:latin typeface="+mn-lt"/>
              </a:defRPr>
            </a:lvl2pPr>
            <a:lvl3pPr>
              <a:defRPr sz="105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61" name="Content Placeholder 2">
            <a:extLst>
              <a:ext uri="{FF2B5EF4-FFF2-40B4-BE49-F238E27FC236}">
                <a16:creationId xmlns:a16="http://schemas.microsoft.com/office/drawing/2014/main" id="{A4D0AF55-4C72-4F7E-814B-B4E4DC1A0AC3}"/>
              </a:ext>
            </a:extLst>
          </p:cNvPr>
          <p:cNvSpPr>
            <a:spLocks noGrp="1"/>
          </p:cNvSpPr>
          <p:nvPr>
            <p:ph idx="18"/>
          </p:nvPr>
        </p:nvSpPr>
        <p:spPr>
          <a:xfrm>
            <a:off x="9265360" y="1981596"/>
            <a:ext cx="2520000" cy="4107798"/>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050" b="0">
                <a:solidFill>
                  <a:schemeClr val="accent5"/>
                </a:solidFill>
                <a:latin typeface="+mn-lt"/>
              </a:defRPr>
            </a:lvl2pPr>
            <a:lvl3pPr>
              <a:defRPr sz="105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cxnSp>
        <p:nvCxnSpPr>
          <p:cNvPr id="30" name="Gerader Verbinder 29">
            <a:extLst>
              <a:ext uri="{FF2B5EF4-FFF2-40B4-BE49-F238E27FC236}">
                <a16:creationId xmlns:a16="http://schemas.microsoft.com/office/drawing/2014/main" id="{F1B0C756-BD82-49FF-9A2C-A8A9B048E859}"/>
              </a:ext>
            </a:extLst>
          </p:cNvPr>
          <p:cNvCxnSpPr/>
          <p:nvPr userDrawn="1"/>
        </p:nvCxnSpPr>
        <p:spPr>
          <a:xfrm flipV="1">
            <a:off x="88334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F32B280A-648C-40BF-AFC6-269335D157E8}"/>
              </a:ext>
            </a:extLst>
          </p:cNvPr>
          <p:cNvCxnSpPr/>
          <p:nvPr userDrawn="1"/>
        </p:nvCxnSpPr>
        <p:spPr>
          <a:xfrm flipV="1">
            <a:off x="92589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3" name="Datumsplatzhalter 2">
            <a:extLst>
              <a:ext uri="{FF2B5EF4-FFF2-40B4-BE49-F238E27FC236}">
                <a16:creationId xmlns:a16="http://schemas.microsoft.com/office/drawing/2014/main" id="{038103AD-A48A-4767-9A55-C5FA65380F87}"/>
              </a:ext>
            </a:extLst>
          </p:cNvPr>
          <p:cNvSpPr>
            <a:spLocks noGrp="1"/>
          </p:cNvSpPr>
          <p:nvPr>
            <p:ph type="dt" sz="half" idx="19"/>
          </p:nvPr>
        </p:nvSpPr>
        <p:spPr/>
        <p:txBody>
          <a:bodyPr/>
          <a:lstStyle/>
          <a:p>
            <a:fld id="{8C81BFF5-A214-4350-BD3A-55A24144A31A}" type="datetime1">
              <a:rPr lang="de-DE" smtClean="0"/>
              <a:t>15.10.2026</a:t>
            </a:fld>
            <a:endParaRPr lang="de-DE"/>
          </a:p>
        </p:txBody>
      </p:sp>
      <p:sp>
        <p:nvSpPr>
          <p:cNvPr id="5" name="Foliennummernplatzhalter 4">
            <a:extLst>
              <a:ext uri="{FF2B5EF4-FFF2-40B4-BE49-F238E27FC236}">
                <a16:creationId xmlns:a16="http://schemas.microsoft.com/office/drawing/2014/main" id="{D0CF3078-45BF-484D-BBA4-46D1AEF8F285}"/>
              </a:ext>
            </a:extLst>
          </p:cNvPr>
          <p:cNvSpPr>
            <a:spLocks noGrp="1"/>
          </p:cNvSpPr>
          <p:nvPr>
            <p:ph type="sldNum" sz="quarter" idx="20"/>
          </p:nvPr>
        </p:nvSpPr>
        <p:spPr/>
        <p:txBody>
          <a:bodyPr/>
          <a:lstStyle/>
          <a:p>
            <a:fld id="{2EA6AC58-99FC-40D1-8A10-4777F7BB7286}" type="slidenum">
              <a:rPr lang="de-DE" smtClean="0"/>
              <a:pPr/>
              <a:t>‹Nr.›</a:t>
            </a:fld>
            <a:endParaRPr lang="de-DE"/>
          </a:p>
        </p:txBody>
      </p:sp>
      <p:sp>
        <p:nvSpPr>
          <p:cNvPr id="25" name="Textplatzhalter 8">
            <a:extLst>
              <a:ext uri="{FF2B5EF4-FFF2-40B4-BE49-F238E27FC236}">
                <a16:creationId xmlns:a16="http://schemas.microsoft.com/office/drawing/2014/main" id="{18C995AC-AD1F-4090-8F8D-4DB71CA8A2A4}"/>
              </a:ext>
            </a:extLst>
          </p:cNvPr>
          <p:cNvSpPr>
            <a:spLocks noGrp="1"/>
          </p:cNvSpPr>
          <p:nvPr>
            <p:ph type="body" sz="quarter" idx="21"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cxnSp>
        <p:nvCxnSpPr>
          <p:cNvPr id="32" name="Gerader Verbinder 31">
            <a:extLst>
              <a:ext uri="{FF2B5EF4-FFF2-40B4-BE49-F238E27FC236}">
                <a16:creationId xmlns:a16="http://schemas.microsoft.com/office/drawing/2014/main" id="{E024E7A5-8742-48E1-B392-CCC1A38A8477}"/>
              </a:ext>
            </a:extLst>
          </p:cNvPr>
          <p:cNvCxnSpPr>
            <a:cxnSpLocks/>
          </p:cNvCxnSpPr>
          <p:nvPr userDrawn="1"/>
        </p:nvCxnSpPr>
        <p:spPr>
          <a:xfrm>
            <a:off x="9265360" y="1831691"/>
            <a:ext cx="252000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36" name="Textplatzhalter 2">
            <a:extLst>
              <a:ext uri="{FF2B5EF4-FFF2-40B4-BE49-F238E27FC236}">
                <a16:creationId xmlns:a16="http://schemas.microsoft.com/office/drawing/2014/main" id="{877395B9-E0F1-44EA-96CD-246A8A6DBC59}"/>
              </a:ext>
            </a:extLst>
          </p:cNvPr>
          <p:cNvSpPr>
            <a:spLocks noGrp="1"/>
          </p:cNvSpPr>
          <p:nvPr>
            <p:ph type="body" sz="quarter" idx="36" hasCustomPrompt="1"/>
          </p:nvPr>
        </p:nvSpPr>
        <p:spPr>
          <a:xfrm>
            <a:off x="9258936" y="1531431"/>
            <a:ext cx="2526424"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38" name="Gerader Verbinder 37">
            <a:extLst>
              <a:ext uri="{FF2B5EF4-FFF2-40B4-BE49-F238E27FC236}">
                <a16:creationId xmlns:a16="http://schemas.microsoft.com/office/drawing/2014/main" id="{8B59FA70-F663-4DBB-8228-02D86336FD21}"/>
              </a:ext>
            </a:extLst>
          </p:cNvPr>
          <p:cNvCxnSpPr>
            <a:cxnSpLocks/>
          </p:cNvCxnSpPr>
          <p:nvPr userDrawn="1"/>
        </p:nvCxnSpPr>
        <p:spPr>
          <a:xfrm>
            <a:off x="412823" y="1831691"/>
            <a:ext cx="252000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39" name="Textplatzhalter 2">
            <a:extLst>
              <a:ext uri="{FF2B5EF4-FFF2-40B4-BE49-F238E27FC236}">
                <a16:creationId xmlns:a16="http://schemas.microsoft.com/office/drawing/2014/main" id="{A5995894-BC86-4F8C-8220-7107557E4380}"/>
              </a:ext>
            </a:extLst>
          </p:cNvPr>
          <p:cNvSpPr>
            <a:spLocks noGrp="1"/>
          </p:cNvSpPr>
          <p:nvPr>
            <p:ph type="body" sz="quarter" idx="37" hasCustomPrompt="1"/>
          </p:nvPr>
        </p:nvSpPr>
        <p:spPr>
          <a:xfrm>
            <a:off x="406399" y="1531431"/>
            <a:ext cx="2526424"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40" name="Gerader Verbinder 39">
            <a:extLst>
              <a:ext uri="{FF2B5EF4-FFF2-40B4-BE49-F238E27FC236}">
                <a16:creationId xmlns:a16="http://schemas.microsoft.com/office/drawing/2014/main" id="{83D1F19F-623C-47B9-90A7-93848DA92419}"/>
              </a:ext>
            </a:extLst>
          </p:cNvPr>
          <p:cNvCxnSpPr>
            <a:cxnSpLocks/>
          </p:cNvCxnSpPr>
          <p:nvPr userDrawn="1"/>
        </p:nvCxnSpPr>
        <p:spPr>
          <a:xfrm>
            <a:off x="3365811" y="1831691"/>
            <a:ext cx="252000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41" name="Textplatzhalter 2">
            <a:extLst>
              <a:ext uri="{FF2B5EF4-FFF2-40B4-BE49-F238E27FC236}">
                <a16:creationId xmlns:a16="http://schemas.microsoft.com/office/drawing/2014/main" id="{354508A3-904F-4697-85FB-A68487970217}"/>
              </a:ext>
            </a:extLst>
          </p:cNvPr>
          <p:cNvSpPr>
            <a:spLocks noGrp="1"/>
          </p:cNvSpPr>
          <p:nvPr>
            <p:ph type="body" sz="quarter" idx="38" hasCustomPrompt="1"/>
          </p:nvPr>
        </p:nvSpPr>
        <p:spPr>
          <a:xfrm>
            <a:off x="3359387" y="1531431"/>
            <a:ext cx="2526424"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42" name="Gerader Verbinder 41">
            <a:extLst>
              <a:ext uri="{FF2B5EF4-FFF2-40B4-BE49-F238E27FC236}">
                <a16:creationId xmlns:a16="http://schemas.microsoft.com/office/drawing/2014/main" id="{A9EAEC71-AB17-4153-BD45-80106CAFF208}"/>
              </a:ext>
            </a:extLst>
          </p:cNvPr>
          <p:cNvCxnSpPr>
            <a:cxnSpLocks/>
          </p:cNvCxnSpPr>
          <p:nvPr userDrawn="1"/>
        </p:nvCxnSpPr>
        <p:spPr>
          <a:xfrm>
            <a:off x="6318797" y="1831691"/>
            <a:ext cx="252000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43" name="Textplatzhalter 2">
            <a:extLst>
              <a:ext uri="{FF2B5EF4-FFF2-40B4-BE49-F238E27FC236}">
                <a16:creationId xmlns:a16="http://schemas.microsoft.com/office/drawing/2014/main" id="{65E0BEDC-A8B0-4EE9-9500-38234099FDEC}"/>
              </a:ext>
            </a:extLst>
          </p:cNvPr>
          <p:cNvSpPr>
            <a:spLocks noGrp="1"/>
          </p:cNvSpPr>
          <p:nvPr>
            <p:ph type="body" sz="quarter" idx="39" hasCustomPrompt="1"/>
          </p:nvPr>
        </p:nvSpPr>
        <p:spPr>
          <a:xfrm>
            <a:off x="6312373" y="1531431"/>
            <a:ext cx="2526424"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2" name="Fußzeilenplatzhalter 1">
            <a:extLst>
              <a:ext uri="{FF2B5EF4-FFF2-40B4-BE49-F238E27FC236}">
                <a16:creationId xmlns:a16="http://schemas.microsoft.com/office/drawing/2014/main" id="{7A157325-CD1C-715D-1533-6E731F940FEA}"/>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519313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2115">
          <p15:clr>
            <a:srgbClr val="FBAE40"/>
          </p15:clr>
        </p15:guide>
        <p15:guide id="6" pos="3705">
          <p15:clr>
            <a:srgbClr val="FBAE40"/>
          </p15:clr>
        </p15:guide>
        <p15:guide id="7" pos="3975">
          <p15:clr>
            <a:srgbClr val="FBAE40"/>
          </p15:clr>
        </p15:guide>
        <p15:guide id="10" pos="1844">
          <p15:clr>
            <a:srgbClr val="FBAE40"/>
          </p15:clr>
        </p15:guide>
        <p15:guide id="11" pos="5565">
          <p15:clr>
            <a:srgbClr val="FBAE40"/>
          </p15:clr>
        </p15:guide>
        <p15:guide id="12" pos="583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TITEL &amp; INHALT ">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8DEA7DDD-6967-4E27-9EFA-6F92D56A96A5}"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8" name="Textplatzhalter 2">
            <a:extLst>
              <a:ext uri="{FF2B5EF4-FFF2-40B4-BE49-F238E27FC236}">
                <a16:creationId xmlns:a16="http://schemas.microsoft.com/office/drawing/2014/main" id="{EAF5CA2D-1E08-4D9B-ABE7-2FD594C11150}"/>
              </a:ext>
            </a:extLst>
          </p:cNvPr>
          <p:cNvSpPr>
            <a:spLocks noGrp="1"/>
          </p:cNvSpPr>
          <p:nvPr>
            <p:ph type="body" sz="quarter" idx="21"/>
          </p:nvPr>
        </p:nvSpPr>
        <p:spPr>
          <a:xfrm>
            <a:off x="404221" y="2989756"/>
            <a:ext cx="3502025" cy="1122678"/>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14" name="Textplatzhalter 2">
            <a:extLst>
              <a:ext uri="{FF2B5EF4-FFF2-40B4-BE49-F238E27FC236}">
                <a16:creationId xmlns:a16="http://schemas.microsoft.com/office/drawing/2014/main" id="{819523CD-205D-46FF-B870-126E3140CDFA}"/>
              </a:ext>
            </a:extLst>
          </p:cNvPr>
          <p:cNvSpPr>
            <a:spLocks noGrp="1"/>
          </p:cNvSpPr>
          <p:nvPr>
            <p:ph type="body" sz="quarter" idx="24" hasCustomPrompt="1"/>
          </p:nvPr>
        </p:nvSpPr>
        <p:spPr>
          <a:xfrm>
            <a:off x="404221" y="2542935"/>
            <a:ext cx="3502025" cy="197298"/>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17" name="Gerader Verbinder 16">
            <a:extLst>
              <a:ext uri="{FF2B5EF4-FFF2-40B4-BE49-F238E27FC236}">
                <a16:creationId xmlns:a16="http://schemas.microsoft.com/office/drawing/2014/main" id="{548A74EE-715E-429A-8C5B-B824FAB17C9D}"/>
              </a:ext>
            </a:extLst>
          </p:cNvPr>
          <p:cNvCxnSpPr>
            <a:cxnSpLocks/>
          </p:cNvCxnSpPr>
          <p:nvPr userDrawn="1"/>
        </p:nvCxnSpPr>
        <p:spPr>
          <a:xfrm>
            <a:off x="404221" y="2835629"/>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CB6CDF45-E20F-4C37-8277-B3401E910F26}"/>
              </a:ext>
            </a:extLst>
          </p:cNvPr>
          <p:cNvCxnSpPr>
            <a:cxnSpLocks/>
          </p:cNvCxnSpPr>
          <p:nvPr userDrawn="1"/>
        </p:nvCxnSpPr>
        <p:spPr>
          <a:xfrm>
            <a:off x="404221" y="4677956"/>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23" name="Textplatzhalter 2">
            <a:extLst>
              <a:ext uri="{FF2B5EF4-FFF2-40B4-BE49-F238E27FC236}">
                <a16:creationId xmlns:a16="http://schemas.microsoft.com/office/drawing/2014/main" id="{2A415F38-A0C2-454B-ACB1-5BD9FA572ED2}"/>
              </a:ext>
            </a:extLst>
          </p:cNvPr>
          <p:cNvSpPr>
            <a:spLocks noGrp="1"/>
          </p:cNvSpPr>
          <p:nvPr userDrawn="1">
            <p:ph type="body" sz="quarter" idx="27"/>
          </p:nvPr>
        </p:nvSpPr>
        <p:spPr>
          <a:xfrm>
            <a:off x="404221" y="4835628"/>
            <a:ext cx="3502025" cy="1122678"/>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26" name="Textplatzhalter 2">
            <a:extLst>
              <a:ext uri="{FF2B5EF4-FFF2-40B4-BE49-F238E27FC236}">
                <a16:creationId xmlns:a16="http://schemas.microsoft.com/office/drawing/2014/main" id="{425E7C3D-EAE8-46D8-8D2A-F7AF6EFE4412}"/>
              </a:ext>
            </a:extLst>
          </p:cNvPr>
          <p:cNvSpPr>
            <a:spLocks noGrp="1"/>
          </p:cNvSpPr>
          <p:nvPr userDrawn="1">
            <p:ph type="body" sz="quarter" idx="30" hasCustomPrompt="1"/>
          </p:nvPr>
        </p:nvSpPr>
        <p:spPr>
          <a:xfrm>
            <a:off x="404221" y="4388807"/>
            <a:ext cx="3502025" cy="197298"/>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33" name="Gerader Verbinder 32">
            <a:extLst>
              <a:ext uri="{FF2B5EF4-FFF2-40B4-BE49-F238E27FC236}">
                <a16:creationId xmlns:a16="http://schemas.microsoft.com/office/drawing/2014/main" id="{03761E03-B3E2-4579-BA8C-50365725396B}"/>
              </a:ext>
            </a:extLst>
          </p:cNvPr>
          <p:cNvCxnSpPr>
            <a:cxnSpLocks/>
          </p:cNvCxnSpPr>
          <p:nvPr userDrawn="1"/>
        </p:nvCxnSpPr>
        <p:spPr>
          <a:xfrm>
            <a:off x="4339726" y="2835629"/>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1930636E-38D2-4932-88E0-AD8A091A8285}"/>
              </a:ext>
            </a:extLst>
          </p:cNvPr>
          <p:cNvCxnSpPr>
            <a:cxnSpLocks/>
          </p:cNvCxnSpPr>
          <p:nvPr userDrawn="1"/>
        </p:nvCxnSpPr>
        <p:spPr>
          <a:xfrm>
            <a:off x="4339726" y="4677956"/>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C8114F44-42AB-4A1C-9BE7-32494BA78EE1}"/>
              </a:ext>
            </a:extLst>
          </p:cNvPr>
          <p:cNvCxnSpPr>
            <a:cxnSpLocks/>
          </p:cNvCxnSpPr>
          <p:nvPr userDrawn="1"/>
        </p:nvCxnSpPr>
        <p:spPr>
          <a:xfrm>
            <a:off x="8283335" y="2835629"/>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ACF12C98-F646-433D-BAC1-47154772078D}"/>
              </a:ext>
            </a:extLst>
          </p:cNvPr>
          <p:cNvCxnSpPr>
            <a:cxnSpLocks/>
          </p:cNvCxnSpPr>
          <p:nvPr userDrawn="1"/>
        </p:nvCxnSpPr>
        <p:spPr>
          <a:xfrm>
            <a:off x="8283335" y="4677956"/>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38" name="Textplatzhalter 2">
            <a:extLst>
              <a:ext uri="{FF2B5EF4-FFF2-40B4-BE49-F238E27FC236}">
                <a16:creationId xmlns:a16="http://schemas.microsoft.com/office/drawing/2014/main" id="{1481BD33-7460-4803-957F-6A300FE43C1F}"/>
              </a:ext>
            </a:extLst>
          </p:cNvPr>
          <p:cNvSpPr>
            <a:spLocks noGrp="1"/>
          </p:cNvSpPr>
          <p:nvPr userDrawn="1">
            <p:ph type="body" sz="quarter" idx="31"/>
          </p:nvPr>
        </p:nvSpPr>
        <p:spPr>
          <a:xfrm>
            <a:off x="4347830" y="2989756"/>
            <a:ext cx="3502025" cy="1122678"/>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39" name="Textplatzhalter 2">
            <a:extLst>
              <a:ext uri="{FF2B5EF4-FFF2-40B4-BE49-F238E27FC236}">
                <a16:creationId xmlns:a16="http://schemas.microsoft.com/office/drawing/2014/main" id="{6BDDC13F-EE6F-494C-B662-D9412115659B}"/>
              </a:ext>
            </a:extLst>
          </p:cNvPr>
          <p:cNvSpPr>
            <a:spLocks noGrp="1"/>
          </p:cNvSpPr>
          <p:nvPr userDrawn="1">
            <p:ph type="body" sz="quarter" idx="32" hasCustomPrompt="1"/>
          </p:nvPr>
        </p:nvSpPr>
        <p:spPr>
          <a:xfrm>
            <a:off x="4347830" y="2542935"/>
            <a:ext cx="3502025" cy="197298"/>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40" name="Textplatzhalter 2">
            <a:extLst>
              <a:ext uri="{FF2B5EF4-FFF2-40B4-BE49-F238E27FC236}">
                <a16:creationId xmlns:a16="http://schemas.microsoft.com/office/drawing/2014/main" id="{1DD45818-0919-494A-9129-A67B977D3B4D}"/>
              </a:ext>
            </a:extLst>
          </p:cNvPr>
          <p:cNvSpPr>
            <a:spLocks noGrp="1"/>
          </p:cNvSpPr>
          <p:nvPr userDrawn="1">
            <p:ph type="body" sz="quarter" idx="33"/>
          </p:nvPr>
        </p:nvSpPr>
        <p:spPr>
          <a:xfrm>
            <a:off x="4347830" y="4835628"/>
            <a:ext cx="3502025" cy="1122678"/>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41" name="Textplatzhalter 2">
            <a:extLst>
              <a:ext uri="{FF2B5EF4-FFF2-40B4-BE49-F238E27FC236}">
                <a16:creationId xmlns:a16="http://schemas.microsoft.com/office/drawing/2014/main" id="{2FDE56D4-7F8E-4F1F-A6FF-4DF8C47D8370}"/>
              </a:ext>
            </a:extLst>
          </p:cNvPr>
          <p:cNvSpPr>
            <a:spLocks noGrp="1"/>
          </p:cNvSpPr>
          <p:nvPr userDrawn="1">
            <p:ph type="body" sz="quarter" idx="34" hasCustomPrompt="1"/>
          </p:nvPr>
        </p:nvSpPr>
        <p:spPr>
          <a:xfrm>
            <a:off x="4347830" y="4388807"/>
            <a:ext cx="3502025" cy="197298"/>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42" name="Textplatzhalter 2">
            <a:extLst>
              <a:ext uri="{FF2B5EF4-FFF2-40B4-BE49-F238E27FC236}">
                <a16:creationId xmlns:a16="http://schemas.microsoft.com/office/drawing/2014/main" id="{AE75AA62-9491-4BA5-8506-72B1D0CC0193}"/>
              </a:ext>
            </a:extLst>
          </p:cNvPr>
          <p:cNvSpPr>
            <a:spLocks noGrp="1"/>
          </p:cNvSpPr>
          <p:nvPr userDrawn="1">
            <p:ph type="body" sz="quarter" idx="35"/>
          </p:nvPr>
        </p:nvSpPr>
        <p:spPr>
          <a:xfrm>
            <a:off x="8283335" y="2989756"/>
            <a:ext cx="3502025" cy="1122678"/>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43" name="Textplatzhalter 2">
            <a:extLst>
              <a:ext uri="{FF2B5EF4-FFF2-40B4-BE49-F238E27FC236}">
                <a16:creationId xmlns:a16="http://schemas.microsoft.com/office/drawing/2014/main" id="{62F20366-AE8B-43BA-B45F-FB4CF2B11D4C}"/>
              </a:ext>
            </a:extLst>
          </p:cNvPr>
          <p:cNvSpPr>
            <a:spLocks noGrp="1"/>
          </p:cNvSpPr>
          <p:nvPr userDrawn="1">
            <p:ph type="body" sz="quarter" idx="36" hasCustomPrompt="1"/>
          </p:nvPr>
        </p:nvSpPr>
        <p:spPr>
          <a:xfrm>
            <a:off x="8283335" y="2542935"/>
            <a:ext cx="3502025" cy="197298"/>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44" name="Textplatzhalter 2">
            <a:extLst>
              <a:ext uri="{FF2B5EF4-FFF2-40B4-BE49-F238E27FC236}">
                <a16:creationId xmlns:a16="http://schemas.microsoft.com/office/drawing/2014/main" id="{9A4A9622-08C6-49D6-896F-825C7DDEDE88}"/>
              </a:ext>
            </a:extLst>
          </p:cNvPr>
          <p:cNvSpPr>
            <a:spLocks noGrp="1"/>
          </p:cNvSpPr>
          <p:nvPr userDrawn="1">
            <p:ph type="body" sz="quarter" idx="37"/>
          </p:nvPr>
        </p:nvSpPr>
        <p:spPr>
          <a:xfrm>
            <a:off x="8283335" y="4835628"/>
            <a:ext cx="3502025" cy="1122678"/>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45" name="Textplatzhalter 2">
            <a:extLst>
              <a:ext uri="{FF2B5EF4-FFF2-40B4-BE49-F238E27FC236}">
                <a16:creationId xmlns:a16="http://schemas.microsoft.com/office/drawing/2014/main" id="{733B1648-787A-41B8-B7B5-78403247520F}"/>
              </a:ext>
            </a:extLst>
          </p:cNvPr>
          <p:cNvSpPr>
            <a:spLocks noGrp="1"/>
          </p:cNvSpPr>
          <p:nvPr userDrawn="1">
            <p:ph type="body" sz="quarter" idx="38" hasCustomPrompt="1"/>
          </p:nvPr>
        </p:nvSpPr>
        <p:spPr>
          <a:xfrm>
            <a:off x="8283335" y="4388807"/>
            <a:ext cx="3502025" cy="197298"/>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47" name="Textplatzhalter 2">
            <a:extLst>
              <a:ext uri="{FF2B5EF4-FFF2-40B4-BE49-F238E27FC236}">
                <a16:creationId xmlns:a16="http://schemas.microsoft.com/office/drawing/2014/main" id="{07ACC867-7C64-4316-AA17-CD74FB20E659}"/>
              </a:ext>
            </a:extLst>
          </p:cNvPr>
          <p:cNvSpPr>
            <a:spLocks noGrp="1"/>
          </p:cNvSpPr>
          <p:nvPr>
            <p:ph type="body" sz="quarter" idx="39"/>
          </p:nvPr>
        </p:nvSpPr>
        <p:spPr>
          <a:xfrm>
            <a:off x="404221" y="1349746"/>
            <a:ext cx="11381139" cy="833442"/>
          </a:xfrm>
        </p:spPr>
        <p:txBody>
          <a:bodyPr vert="horz" lIns="0" tIns="0" rIns="0" bIns="0" rtlCol="0">
            <a:noAutofit/>
          </a:bodyPr>
          <a:lstStyle>
            <a:lvl1pPr marL="0" indent="0">
              <a:lnSpc>
                <a:spcPct val="100000"/>
              </a:lnSpc>
              <a:spcAft>
                <a:spcPts val="0"/>
              </a:spcAft>
              <a:buNone/>
              <a:defRPr lang="de-DE" sz="1400" b="1" smtClean="0">
                <a:solidFill>
                  <a:schemeClr val="accent4"/>
                </a:solidFill>
                <a:latin typeface="+mj-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2" name="Fußzeilenplatzhalter 1">
            <a:extLst>
              <a:ext uri="{FF2B5EF4-FFF2-40B4-BE49-F238E27FC236}">
                <a16:creationId xmlns:a16="http://schemas.microsoft.com/office/drawing/2014/main" id="{6255003E-FC0D-FB99-560F-E283AFA50A8F}"/>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1156574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_TITEL &amp; INHALT ">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FCBE9547-283E-4401-BD4C-6EFB83DD1EDE}"/>
              </a:ext>
            </a:extLst>
          </p:cNvPr>
          <p:cNvSpPr>
            <a:spLocks noGrp="1"/>
          </p:cNvSpPr>
          <p:nvPr>
            <p:ph type="body" sz="quarter" idx="18"/>
          </p:nvPr>
        </p:nvSpPr>
        <p:spPr>
          <a:xfrm>
            <a:off x="0" y="2094828"/>
            <a:ext cx="2816225" cy="3578225"/>
          </a:xfrm>
          <a:prstGeom prst="homePlate">
            <a:avLst>
              <a:gd name="adj" fmla="val 15470"/>
            </a:avLst>
          </a:prstGeom>
          <a:solidFill>
            <a:srgbClr val="F1F7F9"/>
          </a:solidFill>
          <a:ln>
            <a:solidFill>
              <a:schemeClr val="accent2"/>
            </a:solidFill>
          </a:ln>
        </p:spPr>
        <p:txBody>
          <a:bodyPr lIns="360000" anchor="ctr" anchorCtr="0"/>
          <a:lstStyle>
            <a:lvl1pPr marL="0" indent="0">
              <a:buNone/>
              <a:defRPr>
                <a:solidFill>
                  <a:schemeClr val="accent3"/>
                </a:solidFill>
              </a:defRPr>
            </a:lvl1pPr>
            <a:lvl2pPr marL="179995" indent="0">
              <a:buNone/>
              <a:defRPr/>
            </a:lvl2pPr>
            <a:lvl5pPr marL="179995" indent="0">
              <a:buNone/>
              <a:defRPr/>
            </a:lvl5pPr>
          </a:lstStyle>
          <a:p>
            <a:pPr lvl="0"/>
            <a:r>
              <a:rPr lang="de-DE"/>
              <a:t>Mastertextformat bearbeiten</a:t>
            </a:r>
          </a:p>
        </p:txBody>
      </p:sp>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C7E73FEC-F4D6-48E8-BA1C-8B708468FE90}"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3" name="Textplatzhalter 2">
            <a:extLst>
              <a:ext uri="{FF2B5EF4-FFF2-40B4-BE49-F238E27FC236}">
                <a16:creationId xmlns:a16="http://schemas.microsoft.com/office/drawing/2014/main" id="{E6CBA855-20FE-41E2-82E9-DB5440A7CD76}"/>
              </a:ext>
            </a:extLst>
          </p:cNvPr>
          <p:cNvSpPr>
            <a:spLocks noGrp="1"/>
          </p:cNvSpPr>
          <p:nvPr userDrawn="1">
            <p:ph type="body" sz="quarter" idx="21"/>
          </p:nvPr>
        </p:nvSpPr>
        <p:spPr>
          <a:xfrm>
            <a:off x="3140075" y="2261654"/>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32" name="Textplatzhalter 2">
            <a:extLst>
              <a:ext uri="{FF2B5EF4-FFF2-40B4-BE49-F238E27FC236}">
                <a16:creationId xmlns:a16="http://schemas.microsoft.com/office/drawing/2014/main" id="{9634D2F8-FCC0-4088-ADB5-210A01D5E1AA}"/>
              </a:ext>
            </a:extLst>
          </p:cNvPr>
          <p:cNvSpPr>
            <a:spLocks noGrp="1"/>
          </p:cNvSpPr>
          <p:nvPr userDrawn="1">
            <p:ph type="body" sz="quarter" idx="22"/>
          </p:nvPr>
        </p:nvSpPr>
        <p:spPr>
          <a:xfrm>
            <a:off x="6131791" y="2261654"/>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33" name="Textplatzhalter 2">
            <a:extLst>
              <a:ext uri="{FF2B5EF4-FFF2-40B4-BE49-F238E27FC236}">
                <a16:creationId xmlns:a16="http://schemas.microsoft.com/office/drawing/2014/main" id="{1C7EEB57-B7B2-489D-BD5B-FCB1946F8D50}"/>
              </a:ext>
            </a:extLst>
          </p:cNvPr>
          <p:cNvSpPr>
            <a:spLocks noGrp="1"/>
          </p:cNvSpPr>
          <p:nvPr userDrawn="1">
            <p:ph type="body" sz="quarter" idx="23"/>
          </p:nvPr>
        </p:nvSpPr>
        <p:spPr>
          <a:xfrm>
            <a:off x="9128751" y="2261654"/>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34" name="Textplatzhalter 2">
            <a:extLst>
              <a:ext uri="{FF2B5EF4-FFF2-40B4-BE49-F238E27FC236}">
                <a16:creationId xmlns:a16="http://schemas.microsoft.com/office/drawing/2014/main" id="{FA5C1250-DCC8-4FA3-9048-060FCFC4DBDD}"/>
              </a:ext>
            </a:extLst>
          </p:cNvPr>
          <p:cNvSpPr>
            <a:spLocks noGrp="1"/>
          </p:cNvSpPr>
          <p:nvPr>
            <p:ph type="body" sz="quarter" idx="24" hasCustomPrompt="1"/>
          </p:nvPr>
        </p:nvSpPr>
        <p:spPr>
          <a:xfrm>
            <a:off x="3140075" y="1814834"/>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35" name="Textplatzhalter 2">
            <a:extLst>
              <a:ext uri="{FF2B5EF4-FFF2-40B4-BE49-F238E27FC236}">
                <a16:creationId xmlns:a16="http://schemas.microsoft.com/office/drawing/2014/main" id="{A4AB1C56-139D-4DF4-8849-39E2FDECBAC1}"/>
              </a:ext>
            </a:extLst>
          </p:cNvPr>
          <p:cNvSpPr>
            <a:spLocks noGrp="1"/>
          </p:cNvSpPr>
          <p:nvPr>
            <p:ph type="body" sz="quarter" idx="25" hasCustomPrompt="1"/>
          </p:nvPr>
        </p:nvSpPr>
        <p:spPr>
          <a:xfrm>
            <a:off x="6131791" y="1814834"/>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36" name="Textplatzhalter 2">
            <a:extLst>
              <a:ext uri="{FF2B5EF4-FFF2-40B4-BE49-F238E27FC236}">
                <a16:creationId xmlns:a16="http://schemas.microsoft.com/office/drawing/2014/main" id="{7559B617-D6A5-461B-B536-96BD6E642225}"/>
              </a:ext>
            </a:extLst>
          </p:cNvPr>
          <p:cNvSpPr>
            <a:spLocks noGrp="1"/>
          </p:cNvSpPr>
          <p:nvPr>
            <p:ph type="body" sz="quarter" idx="26" hasCustomPrompt="1"/>
          </p:nvPr>
        </p:nvSpPr>
        <p:spPr>
          <a:xfrm>
            <a:off x="9126332" y="1814834"/>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23" name="Gerader Verbinder 22">
            <a:extLst>
              <a:ext uri="{FF2B5EF4-FFF2-40B4-BE49-F238E27FC236}">
                <a16:creationId xmlns:a16="http://schemas.microsoft.com/office/drawing/2014/main" id="{6D6D629C-224F-4BA5-B9E6-BA8261C74D17}"/>
              </a:ext>
            </a:extLst>
          </p:cNvPr>
          <p:cNvCxnSpPr>
            <a:cxnSpLocks/>
          </p:cNvCxnSpPr>
          <p:nvPr userDrawn="1"/>
        </p:nvCxnSpPr>
        <p:spPr>
          <a:xfrm>
            <a:off x="3139574" y="2107528"/>
            <a:ext cx="265952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AD515A55-D632-48A8-AA16-FC14620C46AD}"/>
              </a:ext>
            </a:extLst>
          </p:cNvPr>
          <p:cNvCxnSpPr>
            <a:cxnSpLocks/>
          </p:cNvCxnSpPr>
          <p:nvPr userDrawn="1"/>
        </p:nvCxnSpPr>
        <p:spPr>
          <a:xfrm>
            <a:off x="6132703" y="2107528"/>
            <a:ext cx="265952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3E9D7505-3C5F-4F9B-82AB-938B5D281925}"/>
              </a:ext>
            </a:extLst>
          </p:cNvPr>
          <p:cNvCxnSpPr>
            <a:cxnSpLocks/>
          </p:cNvCxnSpPr>
          <p:nvPr userDrawn="1"/>
        </p:nvCxnSpPr>
        <p:spPr>
          <a:xfrm>
            <a:off x="9125831" y="2107528"/>
            <a:ext cx="265952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CFC3CCE5-847D-422F-A122-595A71072CCC}"/>
              </a:ext>
            </a:extLst>
          </p:cNvPr>
          <p:cNvCxnSpPr>
            <a:cxnSpLocks/>
          </p:cNvCxnSpPr>
          <p:nvPr userDrawn="1"/>
        </p:nvCxnSpPr>
        <p:spPr>
          <a:xfrm>
            <a:off x="3139574" y="4517141"/>
            <a:ext cx="265952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7BA276A1-5A26-4B22-B35C-EB72FDB41964}"/>
              </a:ext>
            </a:extLst>
          </p:cNvPr>
          <p:cNvCxnSpPr>
            <a:cxnSpLocks/>
          </p:cNvCxnSpPr>
          <p:nvPr userDrawn="1"/>
        </p:nvCxnSpPr>
        <p:spPr>
          <a:xfrm>
            <a:off x="6132703" y="4517141"/>
            <a:ext cx="265952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CF2FDED6-6FC2-4E70-AC15-F225CE995252}"/>
              </a:ext>
            </a:extLst>
          </p:cNvPr>
          <p:cNvCxnSpPr>
            <a:cxnSpLocks/>
          </p:cNvCxnSpPr>
          <p:nvPr userDrawn="1"/>
        </p:nvCxnSpPr>
        <p:spPr>
          <a:xfrm>
            <a:off x="9125831" y="4517141"/>
            <a:ext cx="265952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40" name="Textplatzhalter 2">
            <a:extLst>
              <a:ext uri="{FF2B5EF4-FFF2-40B4-BE49-F238E27FC236}">
                <a16:creationId xmlns:a16="http://schemas.microsoft.com/office/drawing/2014/main" id="{12DE4665-8A93-4C09-9981-4024D7239789}"/>
              </a:ext>
            </a:extLst>
          </p:cNvPr>
          <p:cNvSpPr>
            <a:spLocks noGrp="1"/>
          </p:cNvSpPr>
          <p:nvPr userDrawn="1">
            <p:ph type="body" sz="quarter" idx="27"/>
          </p:nvPr>
        </p:nvSpPr>
        <p:spPr>
          <a:xfrm>
            <a:off x="3140075" y="4674812"/>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41" name="Textplatzhalter 2">
            <a:extLst>
              <a:ext uri="{FF2B5EF4-FFF2-40B4-BE49-F238E27FC236}">
                <a16:creationId xmlns:a16="http://schemas.microsoft.com/office/drawing/2014/main" id="{544004B7-ED5B-46B8-884F-DD2037FE8DF4}"/>
              </a:ext>
            </a:extLst>
          </p:cNvPr>
          <p:cNvSpPr>
            <a:spLocks noGrp="1"/>
          </p:cNvSpPr>
          <p:nvPr userDrawn="1">
            <p:ph type="body" sz="quarter" idx="28"/>
          </p:nvPr>
        </p:nvSpPr>
        <p:spPr>
          <a:xfrm>
            <a:off x="6131791" y="4674812"/>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42" name="Textplatzhalter 2">
            <a:extLst>
              <a:ext uri="{FF2B5EF4-FFF2-40B4-BE49-F238E27FC236}">
                <a16:creationId xmlns:a16="http://schemas.microsoft.com/office/drawing/2014/main" id="{6F2216E7-C6F3-4E94-80F9-643A3D36195E}"/>
              </a:ext>
            </a:extLst>
          </p:cNvPr>
          <p:cNvSpPr>
            <a:spLocks noGrp="1"/>
          </p:cNvSpPr>
          <p:nvPr userDrawn="1">
            <p:ph type="body" sz="quarter" idx="29"/>
          </p:nvPr>
        </p:nvSpPr>
        <p:spPr>
          <a:xfrm>
            <a:off x="9128751" y="4674812"/>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43" name="Textplatzhalter 2">
            <a:extLst>
              <a:ext uri="{FF2B5EF4-FFF2-40B4-BE49-F238E27FC236}">
                <a16:creationId xmlns:a16="http://schemas.microsoft.com/office/drawing/2014/main" id="{AB430253-39D7-4A0A-A518-E8C7D497D3EB}"/>
              </a:ext>
            </a:extLst>
          </p:cNvPr>
          <p:cNvSpPr>
            <a:spLocks noGrp="1"/>
          </p:cNvSpPr>
          <p:nvPr userDrawn="1">
            <p:ph type="body" sz="quarter" idx="30" hasCustomPrompt="1"/>
          </p:nvPr>
        </p:nvSpPr>
        <p:spPr>
          <a:xfrm>
            <a:off x="3140075" y="4227992"/>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44" name="Textplatzhalter 2">
            <a:extLst>
              <a:ext uri="{FF2B5EF4-FFF2-40B4-BE49-F238E27FC236}">
                <a16:creationId xmlns:a16="http://schemas.microsoft.com/office/drawing/2014/main" id="{FBAAC5F5-E8EF-477E-9BCB-7ADB1C981759}"/>
              </a:ext>
            </a:extLst>
          </p:cNvPr>
          <p:cNvSpPr>
            <a:spLocks noGrp="1"/>
          </p:cNvSpPr>
          <p:nvPr userDrawn="1">
            <p:ph type="body" sz="quarter" idx="31" hasCustomPrompt="1"/>
          </p:nvPr>
        </p:nvSpPr>
        <p:spPr>
          <a:xfrm>
            <a:off x="6131791" y="4227992"/>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45" name="Textplatzhalter 2">
            <a:extLst>
              <a:ext uri="{FF2B5EF4-FFF2-40B4-BE49-F238E27FC236}">
                <a16:creationId xmlns:a16="http://schemas.microsoft.com/office/drawing/2014/main" id="{201B88BC-A64B-44E4-A1CB-270A5F4A7AA6}"/>
              </a:ext>
            </a:extLst>
          </p:cNvPr>
          <p:cNvSpPr>
            <a:spLocks noGrp="1"/>
          </p:cNvSpPr>
          <p:nvPr userDrawn="1">
            <p:ph type="body" sz="quarter" idx="32" hasCustomPrompt="1"/>
          </p:nvPr>
        </p:nvSpPr>
        <p:spPr>
          <a:xfrm>
            <a:off x="9126332" y="4227992"/>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2" name="Fußzeilenplatzhalter 1">
            <a:extLst>
              <a:ext uri="{FF2B5EF4-FFF2-40B4-BE49-F238E27FC236}">
                <a16:creationId xmlns:a16="http://schemas.microsoft.com/office/drawing/2014/main" id="{1C00DE74-89FF-8DA9-F6F3-93BBB8BC6D61}"/>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1469851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_TITEL &amp; INHALT ">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FCBE9547-283E-4401-BD4C-6EFB83DD1EDE}"/>
              </a:ext>
            </a:extLst>
          </p:cNvPr>
          <p:cNvSpPr>
            <a:spLocks noGrp="1"/>
          </p:cNvSpPr>
          <p:nvPr>
            <p:ph type="body" sz="quarter" idx="18"/>
          </p:nvPr>
        </p:nvSpPr>
        <p:spPr>
          <a:xfrm>
            <a:off x="0" y="2094828"/>
            <a:ext cx="2816225" cy="3578225"/>
          </a:xfrm>
          <a:prstGeom prst="homePlate">
            <a:avLst>
              <a:gd name="adj" fmla="val 15470"/>
            </a:avLst>
          </a:prstGeom>
          <a:solidFill>
            <a:srgbClr val="F1F7F9"/>
          </a:solidFill>
          <a:ln>
            <a:solidFill>
              <a:schemeClr val="accent2"/>
            </a:solidFill>
          </a:ln>
        </p:spPr>
        <p:txBody>
          <a:bodyPr lIns="360000" anchor="ctr" anchorCtr="0"/>
          <a:lstStyle>
            <a:lvl1pPr marL="0" indent="0">
              <a:buNone/>
              <a:defRPr>
                <a:solidFill>
                  <a:schemeClr val="accent3"/>
                </a:solidFill>
              </a:defRPr>
            </a:lvl1pPr>
            <a:lvl2pPr marL="179995" indent="0">
              <a:buNone/>
              <a:defRPr/>
            </a:lvl2pPr>
            <a:lvl5pPr marL="179995" indent="0">
              <a:buNone/>
              <a:defRPr/>
            </a:lvl5pPr>
          </a:lstStyle>
          <a:p>
            <a:pPr lvl="0"/>
            <a:r>
              <a:rPr lang="de-DE"/>
              <a:t>Mastertextformat bearbeiten</a:t>
            </a:r>
          </a:p>
        </p:txBody>
      </p:sp>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77400064-31AE-4AE8-A850-634CD6E8A29E}"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3" name="Textplatzhalter 2">
            <a:extLst>
              <a:ext uri="{FF2B5EF4-FFF2-40B4-BE49-F238E27FC236}">
                <a16:creationId xmlns:a16="http://schemas.microsoft.com/office/drawing/2014/main" id="{E6CBA855-20FE-41E2-82E9-DB5440A7CD76}"/>
              </a:ext>
            </a:extLst>
          </p:cNvPr>
          <p:cNvSpPr>
            <a:spLocks noGrp="1"/>
          </p:cNvSpPr>
          <p:nvPr userDrawn="1">
            <p:ph type="body" sz="quarter" idx="21"/>
          </p:nvPr>
        </p:nvSpPr>
        <p:spPr>
          <a:xfrm>
            <a:off x="3140075" y="2261654"/>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32" name="Textplatzhalter 2">
            <a:extLst>
              <a:ext uri="{FF2B5EF4-FFF2-40B4-BE49-F238E27FC236}">
                <a16:creationId xmlns:a16="http://schemas.microsoft.com/office/drawing/2014/main" id="{9634D2F8-FCC0-4088-ADB5-210A01D5E1AA}"/>
              </a:ext>
            </a:extLst>
          </p:cNvPr>
          <p:cNvSpPr>
            <a:spLocks noGrp="1"/>
          </p:cNvSpPr>
          <p:nvPr userDrawn="1">
            <p:ph type="body" sz="quarter" idx="22"/>
          </p:nvPr>
        </p:nvSpPr>
        <p:spPr>
          <a:xfrm>
            <a:off x="6131791" y="2261654"/>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33" name="Textplatzhalter 2">
            <a:extLst>
              <a:ext uri="{FF2B5EF4-FFF2-40B4-BE49-F238E27FC236}">
                <a16:creationId xmlns:a16="http://schemas.microsoft.com/office/drawing/2014/main" id="{1C7EEB57-B7B2-489D-BD5B-FCB1946F8D50}"/>
              </a:ext>
            </a:extLst>
          </p:cNvPr>
          <p:cNvSpPr>
            <a:spLocks noGrp="1"/>
          </p:cNvSpPr>
          <p:nvPr userDrawn="1">
            <p:ph type="body" sz="quarter" idx="23"/>
          </p:nvPr>
        </p:nvSpPr>
        <p:spPr>
          <a:xfrm>
            <a:off x="9128751" y="2261654"/>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34" name="Textplatzhalter 2">
            <a:extLst>
              <a:ext uri="{FF2B5EF4-FFF2-40B4-BE49-F238E27FC236}">
                <a16:creationId xmlns:a16="http://schemas.microsoft.com/office/drawing/2014/main" id="{FA5C1250-DCC8-4FA3-9048-060FCFC4DBDD}"/>
              </a:ext>
            </a:extLst>
          </p:cNvPr>
          <p:cNvSpPr>
            <a:spLocks noGrp="1"/>
          </p:cNvSpPr>
          <p:nvPr>
            <p:ph type="body" sz="quarter" idx="24" hasCustomPrompt="1"/>
          </p:nvPr>
        </p:nvSpPr>
        <p:spPr>
          <a:xfrm>
            <a:off x="3140075" y="1814834"/>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rgbClr val="A21E4D"/>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35" name="Textplatzhalter 2">
            <a:extLst>
              <a:ext uri="{FF2B5EF4-FFF2-40B4-BE49-F238E27FC236}">
                <a16:creationId xmlns:a16="http://schemas.microsoft.com/office/drawing/2014/main" id="{A4AB1C56-139D-4DF4-8849-39E2FDECBAC1}"/>
              </a:ext>
            </a:extLst>
          </p:cNvPr>
          <p:cNvSpPr>
            <a:spLocks noGrp="1"/>
          </p:cNvSpPr>
          <p:nvPr>
            <p:ph type="body" sz="quarter" idx="25" hasCustomPrompt="1"/>
          </p:nvPr>
        </p:nvSpPr>
        <p:spPr>
          <a:xfrm>
            <a:off x="6131791" y="1814834"/>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rgbClr val="A21E4D"/>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36" name="Textplatzhalter 2">
            <a:extLst>
              <a:ext uri="{FF2B5EF4-FFF2-40B4-BE49-F238E27FC236}">
                <a16:creationId xmlns:a16="http://schemas.microsoft.com/office/drawing/2014/main" id="{7559B617-D6A5-461B-B536-96BD6E642225}"/>
              </a:ext>
            </a:extLst>
          </p:cNvPr>
          <p:cNvSpPr>
            <a:spLocks noGrp="1"/>
          </p:cNvSpPr>
          <p:nvPr>
            <p:ph type="body" sz="quarter" idx="26" hasCustomPrompt="1"/>
          </p:nvPr>
        </p:nvSpPr>
        <p:spPr>
          <a:xfrm>
            <a:off x="9126332" y="1814834"/>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rgbClr val="A21E4D"/>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23" name="Gerader Verbinder 22">
            <a:extLst>
              <a:ext uri="{FF2B5EF4-FFF2-40B4-BE49-F238E27FC236}">
                <a16:creationId xmlns:a16="http://schemas.microsoft.com/office/drawing/2014/main" id="{6D6D629C-224F-4BA5-B9E6-BA8261C74D17}"/>
              </a:ext>
            </a:extLst>
          </p:cNvPr>
          <p:cNvCxnSpPr>
            <a:cxnSpLocks/>
          </p:cNvCxnSpPr>
          <p:nvPr userDrawn="1"/>
        </p:nvCxnSpPr>
        <p:spPr>
          <a:xfrm>
            <a:off x="3139574" y="2107528"/>
            <a:ext cx="2659529" cy="0"/>
          </a:xfrm>
          <a:prstGeom prst="line">
            <a:avLst/>
          </a:prstGeom>
          <a:ln w="9525">
            <a:solidFill>
              <a:srgbClr val="A21E4D"/>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AD515A55-D632-48A8-AA16-FC14620C46AD}"/>
              </a:ext>
            </a:extLst>
          </p:cNvPr>
          <p:cNvCxnSpPr>
            <a:cxnSpLocks/>
          </p:cNvCxnSpPr>
          <p:nvPr userDrawn="1"/>
        </p:nvCxnSpPr>
        <p:spPr>
          <a:xfrm>
            <a:off x="6132703" y="2107528"/>
            <a:ext cx="2659529" cy="0"/>
          </a:xfrm>
          <a:prstGeom prst="line">
            <a:avLst/>
          </a:prstGeom>
          <a:ln w="9525">
            <a:solidFill>
              <a:srgbClr val="A21E4D"/>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3E9D7505-3C5F-4F9B-82AB-938B5D281925}"/>
              </a:ext>
            </a:extLst>
          </p:cNvPr>
          <p:cNvCxnSpPr>
            <a:cxnSpLocks/>
          </p:cNvCxnSpPr>
          <p:nvPr userDrawn="1"/>
        </p:nvCxnSpPr>
        <p:spPr>
          <a:xfrm>
            <a:off x="9125831" y="2107528"/>
            <a:ext cx="2659529" cy="0"/>
          </a:xfrm>
          <a:prstGeom prst="line">
            <a:avLst/>
          </a:prstGeom>
          <a:ln w="9525">
            <a:solidFill>
              <a:srgbClr val="A21E4D"/>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CFC3CCE5-847D-422F-A122-595A71072CCC}"/>
              </a:ext>
            </a:extLst>
          </p:cNvPr>
          <p:cNvCxnSpPr>
            <a:cxnSpLocks/>
          </p:cNvCxnSpPr>
          <p:nvPr userDrawn="1"/>
        </p:nvCxnSpPr>
        <p:spPr>
          <a:xfrm>
            <a:off x="3139574" y="4517141"/>
            <a:ext cx="265952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7BA276A1-5A26-4B22-B35C-EB72FDB41964}"/>
              </a:ext>
            </a:extLst>
          </p:cNvPr>
          <p:cNvCxnSpPr>
            <a:cxnSpLocks/>
          </p:cNvCxnSpPr>
          <p:nvPr userDrawn="1"/>
        </p:nvCxnSpPr>
        <p:spPr>
          <a:xfrm>
            <a:off x="6132703" y="4517141"/>
            <a:ext cx="265952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CF2FDED6-6FC2-4E70-AC15-F225CE995252}"/>
              </a:ext>
            </a:extLst>
          </p:cNvPr>
          <p:cNvCxnSpPr>
            <a:cxnSpLocks/>
          </p:cNvCxnSpPr>
          <p:nvPr userDrawn="1"/>
        </p:nvCxnSpPr>
        <p:spPr>
          <a:xfrm>
            <a:off x="9125831" y="4517141"/>
            <a:ext cx="265952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40" name="Textplatzhalter 2">
            <a:extLst>
              <a:ext uri="{FF2B5EF4-FFF2-40B4-BE49-F238E27FC236}">
                <a16:creationId xmlns:a16="http://schemas.microsoft.com/office/drawing/2014/main" id="{12DE4665-8A93-4C09-9981-4024D7239789}"/>
              </a:ext>
            </a:extLst>
          </p:cNvPr>
          <p:cNvSpPr>
            <a:spLocks noGrp="1"/>
          </p:cNvSpPr>
          <p:nvPr userDrawn="1">
            <p:ph type="body" sz="quarter" idx="27"/>
          </p:nvPr>
        </p:nvSpPr>
        <p:spPr>
          <a:xfrm>
            <a:off x="3140075" y="4674812"/>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41" name="Textplatzhalter 2">
            <a:extLst>
              <a:ext uri="{FF2B5EF4-FFF2-40B4-BE49-F238E27FC236}">
                <a16:creationId xmlns:a16="http://schemas.microsoft.com/office/drawing/2014/main" id="{544004B7-ED5B-46B8-884F-DD2037FE8DF4}"/>
              </a:ext>
            </a:extLst>
          </p:cNvPr>
          <p:cNvSpPr>
            <a:spLocks noGrp="1"/>
          </p:cNvSpPr>
          <p:nvPr userDrawn="1">
            <p:ph type="body" sz="quarter" idx="28"/>
          </p:nvPr>
        </p:nvSpPr>
        <p:spPr>
          <a:xfrm>
            <a:off x="6131791" y="4674812"/>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42" name="Textplatzhalter 2">
            <a:extLst>
              <a:ext uri="{FF2B5EF4-FFF2-40B4-BE49-F238E27FC236}">
                <a16:creationId xmlns:a16="http://schemas.microsoft.com/office/drawing/2014/main" id="{6F2216E7-C6F3-4E94-80F9-643A3D36195E}"/>
              </a:ext>
            </a:extLst>
          </p:cNvPr>
          <p:cNvSpPr>
            <a:spLocks noGrp="1"/>
          </p:cNvSpPr>
          <p:nvPr userDrawn="1">
            <p:ph type="body" sz="quarter" idx="29"/>
          </p:nvPr>
        </p:nvSpPr>
        <p:spPr>
          <a:xfrm>
            <a:off x="9128751" y="4674812"/>
            <a:ext cx="2659028" cy="1495411"/>
          </a:xfrm>
        </p:spPr>
        <p:txBody>
          <a:bodyPr vert="horz" lIns="0" tIns="0" rIns="0" bIns="0" rtlCol="0">
            <a:noAutofit/>
          </a:bodyPr>
          <a:lstStyle>
            <a:lvl1pPr marL="0" indent="0">
              <a:buNone/>
              <a:defRPr lang="de-DE" sz="1100" b="0" smtClean="0">
                <a:solidFill>
                  <a:schemeClr val="accent5"/>
                </a:solidFill>
                <a:latin typeface="+mn-lt"/>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179996" lvl="0" indent="-179996"/>
            <a:r>
              <a:rPr lang="de-DE"/>
              <a:t>Mastertextformat bearbeiten</a:t>
            </a:r>
          </a:p>
        </p:txBody>
      </p:sp>
      <p:sp>
        <p:nvSpPr>
          <p:cNvPr id="43" name="Textplatzhalter 2">
            <a:extLst>
              <a:ext uri="{FF2B5EF4-FFF2-40B4-BE49-F238E27FC236}">
                <a16:creationId xmlns:a16="http://schemas.microsoft.com/office/drawing/2014/main" id="{AB430253-39D7-4A0A-A518-E8C7D497D3EB}"/>
              </a:ext>
            </a:extLst>
          </p:cNvPr>
          <p:cNvSpPr>
            <a:spLocks noGrp="1"/>
          </p:cNvSpPr>
          <p:nvPr userDrawn="1">
            <p:ph type="body" sz="quarter" idx="30" hasCustomPrompt="1"/>
          </p:nvPr>
        </p:nvSpPr>
        <p:spPr>
          <a:xfrm>
            <a:off x="3140075" y="4227992"/>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44" name="Textplatzhalter 2">
            <a:extLst>
              <a:ext uri="{FF2B5EF4-FFF2-40B4-BE49-F238E27FC236}">
                <a16:creationId xmlns:a16="http://schemas.microsoft.com/office/drawing/2014/main" id="{FBAAC5F5-E8EF-477E-9BCB-7ADB1C981759}"/>
              </a:ext>
            </a:extLst>
          </p:cNvPr>
          <p:cNvSpPr>
            <a:spLocks noGrp="1"/>
          </p:cNvSpPr>
          <p:nvPr userDrawn="1">
            <p:ph type="body" sz="quarter" idx="31" hasCustomPrompt="1"/>
          </p:nvPr>
        </p:nvSpPr>
        <p:spPr>
          <a:xfrm>
            <a:off x="6131791" y="4227992"/>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45" name="Textplatzhalter 2">
            <a:extLst>
              <a:ext uri="{FF2B5EF4-FFF2-40B4-BE49-F238E27FC236}">
                <a16:creationId xmlns:a16="http://schemas.microsoft.com/office/drawing/2014/main" id="{201B88BC-A64B-44E4-A1CB-270A5F4A7AA6}"/>
              </a:ext>
            </a:extLst>
          </p:cNvPr>
          <p:cNvSpPr>
            <a:spLocks noGrp="1"/>
          </p:cNvSpPr>
          <p:nvPr userDrawn="1">
            <p:ph type="body" sz="quarter" idx="32" hasCustomPrompt="1"/>
          </p:nvPr>
        </p:nvSpPr>
        <p:spPr>
          <a:xfrm>
            <a:off x="9126332" y="4227992"/>
            <a:ext cx="2659028" cy="197298"/>
          </a:xfrm>
        </p:spPr>
        <p:txBody>
          <a:bodyPr vert="horz"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2" name="Fußzeilenplatzhalter 1">
            <a:extLst>
              <a:ext uri="{FF2B5EF4-FFF2-40B4-BE49-F238E27FC236}">
                <a16:creationId xmlns:a16="http://schemas.microsoft.com/office/drawing/2014/main" id="{5C73C451-82D1-98CC-CBF7-707A8DF03CD7}"/>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2993596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_TITEL &amp; INHALT (Pfeil)">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FCBE9547-283E-4401-BD4C-6EFB83DD1EDE}"/>
              </a:ext>
            </a:extLst>
          </p:cNvPr>
          <p:cNvSpPr>
            <a:spLocks noGrp="1"/>
          </p:cNvSpPr>
          <p:nvPr>
            <p:ph type="body" sz="quarter" idx="18"/>
          </p:nvPr>
        </p:nvSpPr>
        <p:spPr>
          <a:xfrm>
            <a:off x="0" y="1639888"/>
            <a:ext cx="2816225" cy="3578225"/>
          </a:xfrm>
          <a:prstGeom prst="homePlate">
            <a:avLst>
              <a:gd name="adj" fmla="val 15470"/>
            </a:avLst>
          </a:prstGeom>
          <a:solidFill>
            <a:srgbClr val="F1F7F9"/>
          </a:solidFill>
          <a:ln>
            <a:solidFill>
              <a:schemeClr val="accent2"/>
            </a:solidFill>
          </a:ln>
        </p:spPr>
        <p:txBody>
          <a:bodyPr lIns="360000" anchor="ctr" anchorCtr="0"/>
          <a:lstStyle>
            <a:lvl1pPr marL="0" indent="0">
              <a:buNone/>
              <a:defRPr>
                <a:solidFill>
                  <a:schemeClr val="accent3"/>
                </a:solidFill>
              </a:defRPr>
            </a:lvl1pPr>
            <a:lvl2pPr marL="179995" indent="0">
              <a:buNone/>
              <a:defRPr/>
            </a:lvl2pPr>
            <a:lvl5pPr marL="179995" indent="0">
              <a:buNone/>
              <a:defRPr/>
            </a:lvl5pPr>
          </a:lstStyle>
          <a:p>
            <a:pPr lvl="0"/>
            <a:r>
              <a:rPr lang="de-DE"/>
              <a:t>Mastertextformat bearbeiten</a:t>
            </a:r>
          </a:p>
        </p:txBody>
      </p:sp>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83DBBEFB-3CCA-4CE0-B2F8-3BEFF90364EC}"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2" name="Fußzeilenplatzhalter 1">
            <a:extLst>
              <a:ext uri="{FF2B5EF4-FFF2-40B4-BE49-F238E27FC236}">
                <a16:creationId xmlns:a16="http://schemas.microsoft.com/office/drawing/2014/main" id="{199B2D43-E6D4-861C-851B-A3A7262C5C71}"/>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2065528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ILD (Pfeil)">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9C26D637-90D9-4B2C-822E-B683E8173105}"/>
              </a:ext>
            </a:extLst>
          </p:cNvPr>
          <p:cNvSpPr>
            <a:spLocks noGrp="1"/>
          </p:cNvSpPr>
          <p:nvPr>
            <p:ph type="pic" sz="quarter" idx="17"/>
          </p:nvPr>
        </p:nvSpPr>
        <p:spPr>
          <a:xfrm>
            <a:off x="1" y="1639156"/>
            <a:ext cx="3515992" cy="4230094"/>
          </a:xfrm>
          <a:prstGeom prst="homePlate">
            <a:avLst>
              <a:gd name="adj" fmla="val 15195"/>
            </a:avLst>
          </a:prstGeo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92DB5A3E-D45F-4475-8EB0-D009DD00EE99}"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2" name="Fußzeilenplatzhalter 1">
            <a:extLst>
              <a:ext uri="{FF2B5EF4-FFF2-40B4-BE49-F238E27FC236}">
                <a16:creationId xmlns:a16="http://schemas.microsoft.com/office/drawing/2014/main" id="{6E607C69-635A-1861-80F1-333ED0DEB3CB}"/>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1592763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EXT &amp; BILD">
    <p:spTree>
      <p:nvGrpSpPr>
        <p:cNvPr id="1" name=""/>
        <p:cNvGrpSpPr/>
        <p:nvPr/>
      </p:nvGrpSpPr>
      <p:grpSpPr>
        <a:xfrm>
          <a:off x="0" y="0"/>
          <a:ext cx="0" cy="0"/>
          <a:chOff x="0" y="0"/>
          <a:chExt cx="0" cy="0"/>
        </a:xfrm>
      </p:grpSpPr>
      <p:sp>
        <p:nvSpPr>
          <p:cNvPr id="38" name="Content Placeholder 2">
            <a:extLst>
              <a:ext uri="{FF2B5EF4-FFF2-40B4-BE49-F238E27FC236}">
                <a16:creationId xmlns:a16="http://schemas.microsoft.com/office/drawing/2014/main" id="{E735A40C-F323-4044-A2CB-469C5808AA4F}"/>
              </a:ext>
            </a:extLst>
          </p:cNvPr>
          <p:cNvSpPr>
            <a:spLocks noGrp="1"/>
          </p:cNvSpPr>
          <p:nvPr>
            <p:ph idx="1"/>
          </p:nvPr>
        </p:nvSpPr>
        <p:spPr>
          <a:xfrm>
            <a:off x="406400" y="1519246"/>
            <a:ext cx="7199086" cy="4935554"/>
          </a:xfrm>
        </p:spPr>
        <p:txBody>
          <a:bodyPr vert="horz" lIns="0" tIns="0" rIns="0" bIns="0" rtlCol="0">
            <a:noAutofit/>
          </a:bodyPr>
          <a:lstStyle>
            <a:lvl1pPr>
              <a:defRPr lang="de-DE"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9" name="Bildplatzhalter 38">
            <a:extLst>
              <a:ext uri="{FF2B5EF4-FFF2-40B4-BE49-F238E27FC236}">
                <a16:creationId xmlns:a16="http://schemas.microsoft.com/office/drawing/2014/main" id="{5D6A17D8-FE23-4346-A215-B494129C6ED2}"/>
              </a:ext>
            </a:extLst>
          </p:cNvPr>
          <p:cNvSpPr>
            <a:spLocks noGrp="1"/>
          </p:cNvSpPr>
          <p:nvPr>
            <p:ph type="pic" sz="quarter" idx="13" hasCustomPrompt="1"/>
          </p:nvPr>
        </p:nvSpPr>
        <p:spPr>
          <a:xfrm>
            <a:off x="8086300" y="0"/>
            <a:ext cx="4105700" cy="6858000"/>
          </a:xfrm>
          <a:custGeom>
            <a:avLst/>
            <a:gdLst>
              <a:gd name="connsiteX0" fmla="*/ 0 w 4105700"/>
              <a:gd name="connsiteY0" fmla="*/ 0 h 6858000"/>
              <a:gd name="connsiteX1" fmla="*/ 2005613 w 4105700"/>
              <a:gd name="connsiteY1" fmla="*/ 0 h 6858000"/>
              <a:gd name="connsiteX2" fmla="*/ 2005613 w 4105700"/>
              <a:gd name="connsiteY2" fmla="*/ 666000 h 6858000"/>
              <a:gd name="connsiteX3" fmla="*/ 3700888 w 4105700"/>
              <a:gd name="connsiteY3" fmla="*/ 666000 h 6858000"/>
              <a:gd name="connsiteX4" fmla="*/ 3700888 w 4105700"/>
              <a:gd name="connsiteY4" fmla="*/ 0 h 6858000"/>
              <a:gd name="connsiteX5" fmla="*/ 4105700 w 4105700"/>
              <a:gd name="connsiteY5" fmla="*/ 0 h 6858000"/>
              <a:gd name="connsiteX6" fmla="*/ 4105700 w 4105700"/>
              <a:gd name="connsiteY6" fmla="*/ 6858000 h 6858000"/>
              <a:gd name="connsiteX7" fmla="*/ 0 w 41057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5700" h="6858000">
                <a:moveTo>
                  <a:pt x="0" y="0"/>
                </a:moveTo>
                <a:lnTo>
                  <a:pt x="2005613" y="0"/>
                </a:lnTo>
                <a:lnTo>
                  <a:pt x="2005613" y="666000"/>
                </a:lnTo>
                <a:lnTo>
                  <a:pt x="3700888" y="666000"/>
                </a:lnTo>
                <a:lnTo>
                  <a:pt x="3700888" y="0"/>
                </a:lnTo>
                <a:lnTo>
                  <a:pt x="4105700" y="0"/>
                </a:lnTo>
                <a:lnTo>
                  <a:pt x="4105700" y="6858000"/>
                </a:lnTo>
                <a:lnTo>
                  <a:pt x="0" y="6858000"/>
                </a:lnTo>
                <a:close/>
              </a:path>
            </a:pathLst>
          </a:custGeo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a:t>
            </a:r>
          </a:p>
        </p:txBody>
      </p:sp>
      <p:sp>
        <p:nvSpPr>
          <p:cNvPr id="7" name="Datumsplatzhalter 6">
            <a:extLst>
              <a:ext uri="{FF2B5EF4-FFF2-40B4-BE49-F238E27FC236}">
                <a16:creationId xmlns:a16="http://schemas.microsoft.com/office/drawing/2014/main" id="{1C4DE3D2-864D-465D-A084-F71FCA316C4E}"/>
              </a:ext>
            </a:extLst>
          </p:cNvPr>
          <p:cNvSpPr>
            <a:spLocks noGrp="1"/>
          </p:cNvSpPr>
          <p:nvPr>
            <p:ph type="dt" sz="half" idx="10"/>
          </p:nvPr>
        </p:nvSpPr>
        <p:spPr/>
        <p:txBody>
          <a:bodyPr/>
          <a:lstStyle/>
          <a:p>
            <a:fld id="{F2FCE504-408D-46A1-9482-B68E3F3BCA44}" type="datetime1">
              <a:rPr lang="de-DE" smtClean="0"/>
              <a:t>15.10.2026</a:t>
            </a:fld>
            <a:endParaRPr lang="de-DE"/>
          </a:p>
        </p:txBody>
      </p:sp>
      <p:sp>
        <p:nvSpPr>
          <p:cNvPr id="8" name="Foliennummernplatzhalter 7">
            <a:extLst>
              <a:ext uri="{FF2B5EF4-FFF2-40B4-BE49-F238E27FC236}">
                <a16:creationId xmlns:a16="http://schemas.microsoft.com/office/drawing/2014/main" id="{FEE8A10D-13B3-47C6-96BB-31E660D97C11}"/>
              </a:ext>
            </a:extLst>
          </p:cNvPr>
          <p:cNvSpPr>
            <a:spLocks noGrp="1"/>
          </p:cNvSpPr>
          <p:nvPr>
            <p:ph type="sldNum" sz="quarter" idx="11"/>
          </p:nvPr>
        </p:nvSpPr>
        <p:spPr/>
        <p:txBody>
          <a:bodyPr/>
          <a:lstStyle>
            <a:lvl1pPr>
              <a:defRPr>
                <a:solidFill>
                  <a:schemeClr val="bg1"/>
                </a:solidFill>
              </a:defRPr>
            </a:lvl1pPr>
          </a:lstStyle>
          <a:p>
            <a:fld id="{2EA6AC58-99FC-40D1-8A10-4777F7BB7286}" type="slidenum">
              <a:rPr lang="de-DE" smtClean="0"/>
              <a:pPr/>
              <a:t>‹Nr.›</a:t>
            </a:fld>
            <a:endParaRPr lang="de-DE"/>
          </a:p>
        </p:txBody>
      </p:sp>
      <p:cxnSp>
        <p:nvCxnSpPr>
          <p:cNvPr id="10" name="Gerader Verbinder 9">
            <a:extLst>
              <a:ext uri="{FF2B5EF4-FFF2-40B4-BE49-F238E27FC236}">
                <a16:creationId xmlns:a16="http://schemas.microsoft.com/office/drawing/2014/main" id="{89FF5A0D-607B-4FB4-904A-B66C168F2BD7}"/>
              </a:ext>
            </a:extLst>
          </p:cNvPr>
          <p:cNvCxnSpPr/>
          <p:nvPr/>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758DA77F-DBE3-4099-9031-64607C78AC50}"/>
              </a:ext>
            </a:extLst>
          </p:cNvPr>
          <p:cNvSpPr txBox="1"/>
          <p:nvPr/>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3" name="Gerader Verbinder 12">
            <a:extLst>
              <a:ext uri="{FF2B5EF4-FFF2-40B4-BE49-F238E27FC236}">
                <a16:creationId xmlns:a16="http://schemas.microsoft.com/office/drawing/2014/main" id="{43A8FFBB-3EE0-40D8-95D4-E1D66088B89B}"/>
              </a:ext>
            </a:extLst>
          </p:cNvPr>
          <p:cNvCxnSpPr/>
          <p:nvPr/>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3F6F6341-9A30-4ECF-96A6-4B1B82A3FA4A}"/>
              </a:ext>
            </a:extLst>
          </p:cNvPr>
          <p:cNvSpPr txBox="1"/>
          <p:nvPr/>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15" name="Gerader Verbinder 14">
            <a:extLst>
              <a:ext uri="{FF2B5EF4-FFF2-40B4-BE49-F238E27FC236}">
                <a16:creationId xmlns:a16="http://schemas.microsoft.com/office/drawing/2014/main" id="{11A967AB-752F-4F44-AEE4-9BBEC1F708F9}"/>
              </a:ext>
            </a:extLst>
          </p:cNvPr>
          <p:cNvCxnSpPr/>
          <p:nvPr userDrawn="1"/>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356751C9-CBDD-4BAF-9346-4380214F7E53}"/>
              </a:ext>
            </a:extLst>
          </p:cNvPr>
          <p:cNvSpPr txBox="1"/>
          <p:nvPr userDrawn="1"/>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7" name="Gerader Verbinder 16">
            <a:extLst>
              <a:ext uri="{FF2B5EF4-FFF2-40B4-BE49-F238E27FC236}">
                <a16:creationId xmlns:a16="http://schemas.microsoft.com/office/drawing/2014/main" id="{CFE13429-9F9D-45B2-BA0E-BB9B22C1FD85}"/>
              </a:ext>
            </a:extLst>
          </p:cNvPr>
          <p:cNvCxnSpPr/>
          <p:nvPr userDrawn="1"/>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635B5F51-1C15-44BC-9146-7CC90294E400}"/>
              </a:ext>
            </a:extLst>
          </p:cNvPr>
          <p:cNvSpPr txBox="1"/>
          <p:nvPr userDrawn="1"/>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29" name="Gerader Verbinder 28">
            <a:extLst>
              <a:ext uri="{FF2B5EF4-FFF2-40B4-BE49-F238E27FC236}">
                <a16:creationId xmlns:a16="http://schemas.microsoft.com/office/drawing/2014/main" id="{93CCB8F9-A988-41EE-A2FD-6F2323565837}"/>
              </a:ext>
            </a:extLst>
          </p:cNvPr>
          <p:cNvCxnSpPr/>
          <p:nvPr userDrawn="1"/>
        </p:nvCxnSpPr>
        <p:spPr>
          <a:xfrm flipH="1">
            <a:off x="-304797" y="148590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feld 29">
            <a:extLst>
              <a:ext uri="{FF2B5EF4-FFF2-40B4-BE49-F238E27FC236}">
                <a16:creationId xmlns:a16="http://schemas.microsoft.com/office/drawing/2014/main" id="{B0B23849-21E0-4027-90F9-22EF05217435}"/>
              </a:ext>
            </a:extLst>
          </p:cNvPr>
          <p:cNvSpPr txBox="1"/>
          <p:nvPr userDrawn="1"/>
        </p:nvSpPr>
        <p:spPr>
          <a:xfrm>
            <a:off x="-285748" y="1519245"/>
            <a:ext cx="260349" cy="92333"/>
          </a:xfrm>
          <a:prstGeom prst="rect">
            <a:avLst/>
          </a:prstGeom>
          <a:noFill/>
        </p:spPr>
        <p:txBody>
          <a:bodyPr wrap="square" lIns="0" tIns="0" rIns="0" bIns="0" rtlCol="0">
            <a:noAutofit/>
          </a:bodyPr>
          <a:lstStyle/>
          <a:p>
            <a:r>
              <a:rPr lang="de-DE" sz="600"/>
              <a:t>5,40</a:t>
            </a:r>
          </a:p>
        </p:txBody>
      </p:sp>
      <p:sp>
        <p:nvSpPr>
          <p:cNvPr id="34" name="Textplatzhalter 8">
            <a:extLst>
              <a:ext uri="{FF2B5EF4-FFF2-40B4-BE49-F238E27FC236}">
                <a16:creationId xmlns:a16="http://schemas.microsoft.com/office/drawing/2014/main" id="{9C940D0D-0689-4C32-BF05-B93DB06A4124}"/>
              </a:ext>
            </a:extLst>
          </p:cNvPr>
          <p:cNvSpPr>
            <a:spLocks noGrp="1"/>
          </p:cNvSpPr>
          <p:nvPr>
            <p:ph type="body" sz="quarter" idx="14" hasCustomPrompt="1"/>
          </p:nvPr>
        </p:nvSpPr>
        <p:spPr>
          <a:xfrm>
            <a:off x="406400" y="678119"/>
            <a:ext cx="7199086"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pic>
        <p:nvPicPr>
          <p:cNvPr id="6" name="Grafik 5">
            <a:extLst>
              <a:ext uri="{FF2B5EF4-FFF2-40B4-BE49-F238E27FC236}">
                <a16:creationId xmlns:a16="http://schemas.microsoft.com/office/drawing/2014/main" id="{645B8E77-4E70-2662-5631-AA73142F67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8902" y="0"/>
            <a:ext cx="1693458" cy="666000"/>
          </a:xfrm>
          <a:prstGeom prst="rect">
            <a:avLst/>
          </a:prstGeom>
        </p:spPr>
      </p:pic>
      <p:sp>
        <p:nvSpPr>
          <p:cNvPr id="3" name="Fußzeilenplatzhalter 1">
            <a:extLst>
              <a:ext uri="{FF2B5EF4-FFF2-40B4-BE49-F238E27FC236}">
                <a16:creationId xmlns:a16="http://schemas.microsoft.com/office/drawing/2014/main" id="{E6E05B43-D820-8747-BE35-B7888B0CFBFC}"/>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3170614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3021">
          <p15:clr>
            <a:srgbClr val="FBAE40"/>
          </p15:clr>
        </p15:guide>
        <p15:guide id="5" pos="273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EXT &amp; BILD (Subline)">
    <p:spTree>
      <p:nvGrpSpPr>
        <p:cNvPr id="1" name=""/>
        <p:cNvGrpSpPr/>
        <p:nvPr/>
      </p:nvGrpSpPr>
      <p:grpSpPr>
        <a:xfrm>
          <a:off x="0" y="0"/>
          <a:ext cx="0" cy="0"/>
          <a:chOff x="0" y="0"/>
          <a:chExt cx="0" cy="0"/>
        </a:xfrm>
      </p:grpSpPr>
      <p:sp>
        <p:nvSpPr>
          <p:cNvPr id="39" name="Bildplatzhalter 38">
            <a:extLst>
              <a:ext uri="{FF2B5EF4-FFF2-40B4-BE49-F238E27FC236}">
                <a16:creationId xmlns:a16="http://schemas.microsoft.com/office/drawing/2014/main" id="{5D6A17D8-FE23-4346-A215-B494129C6ED2}"/>
              </a:ext>
            </a:extLst>
          </p:cNvPr>
          <p:cNvSpPr>
            <a:spLocks noGrp="1"/>
          </p:cNvSpPr>
          <p:nvPr>
            <p:ph type="pic" sz="quarter" idx="13" hasCustomPrompt="1"/>
          </p:nvPr>
        </p:nvSpPr>
        <p:spPr>
          <a:xfrm>
            <a:off x="8086300" y="0"/>
            <a:ext cx="4105700" cy="6858000"/>
          </a:xfrm>
          <a:custGeom>
            <a:avLst/>
            <a:gdLst>
              <a:gd name="connsiteX0" fmla="*/ 0 w 4105700"/>
              <a:gd name="connsiteY0" fmla="*/ 0 h 6858000"/>
              <a:gd name="connsiteX1" fmla="*/ 2005613 w 4105700"/>
              <a:gd name="connsiteY1" fmla="*/ 0 h 6858000"/>
              <a:gd name="connsiteX2" fmla="*/ 2005613 w 4105700"/>
              <a:gd name="connsiteY2" fmla="*/ 666000 h 6858000"/>
              <a:gd name="connsiteX3" fmla="*/ 3700888 w 4105700"/>
              <a:gd name="connsiteY3" fmla="*/ 666000 h 6858000"/>
              <a:gd name="connsiteX4" fmla="*/ 3700888 w 4105700"/>
              <a:gd name="connsiteY4" fmla="*/ 0 h 6858000"/>
              <a:gd name="connsiteX5" fmla="*/ 4105700 w 4105700"/>
              <a:gd name="connsiteY5" fmla="*/ 0 h 6858000"/>
              <a:gd name="connsiteX6" fmla="*/ 4105700 w 4105700"/>
              <a:gd name="connsiteY6" fmla="*/ 6858000 h 6858000"/>
              <a:gd name="connsiteX7" fmla="*/ 0 w 41057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5700" h="6858000">
                <a:moveTo>
                  <a:pt x="0" y="0"/>
                </a:moveTo>
                <a:lnTo>
                  <a:pt x="2005613" y="0"/>
                </a:lnTo>
                <a:lnTo>
                  <a:pt x="2005613" y="666000"/>
                </a:lnTo>
                <a:lnTo>
                  <a:pt x="3700888" y="666000"/>
                </a:lnTo>
                <a:lnTo>
                  <a:pt x="3700888" y="0"/>
                </a:lnTo>
                <a:lnTo>
                  <a:pt x="4105700" y="0"/>
                </a:lnTo>
                <a:lnTo>
                  <a:pt x="4105700" y="6858000"/>
                </a:lnTo>
                <a:lnTo>
                  <a:pt x="0" y="6858000"/>
                </a:lnTo>
                <a:close/>
              </a:path>
            </a:pathLst>
          </a:custGeo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a:t>
            </a:r>
          </a:p>
        </p:txBody>
      </p:sp>
      <p:sp>
        <p:nvSpPr>
          <p:cNvPr id="7" name="Datumsplatzhalter 6">
            <a:extLst>
              <a:ext uri="{FF2B5EF4-FFF2-40B4-BE49-F238E27FC236}">
                <a16:creationId xmlns:a16="http://schemas.microsoft.com/office/drawing/2014/main" id="{1C4DE3D2-864D-465D-A084-F71FCA316C4E}"/>
              </a:ext>
            </a:extLst>
          </p:cNvPr>
          <p:cNvSpPr>
            <a:spLocks noGrp="1"/>
          </p:cNvSpPr>
          <p:nvPr>
            <p:ph type="dt" sz="half" idx="10"/>
          </p:nvPr>
        </p:nvSpPr>
        <p:spPr/>
        <p:txBody>
          <a:bodyPr/>
          <a:lstStyle/>
          <a:p>
            <a:fld id="{C29A3E2F-62F2-4571-BD02-CAB6DE972085}" type="datetime1">
              <a:rPr lang="de-DE" smtClean="0"/>
              <a:t>15.10.2026</a:t>
            </a:fld>
            <a:endParaRPr lang="de-DE"/>
          </a:p>
        </p:txBody>
      </p:sp>
      <p:sp>
        <p:nvSpPr>
          <p:cNvPr id="8" name="Foliennummernplatzhalter 7">
            <a:extLst>
              <a:ext uri="{FF2B5EF4-FFF2-40B4-BE49-F238E27FC236}">
                <a16:creationId xmlns:a16="http://schemas.microsoft.com/office/drawing/2014/main" id="{FEE8A10D-13B3-47C6-96BB-31E660D97C11}"/>
              </a:ext>
            </a:extLst>
          </p:cNvPr>
          <p:cNvSpPr>
            <a:spLocks noGrp="1"/>
          </p:cNvSpPr>
          <p:nvPr>
            <p:ph type="sldNum" sz="quarter" idx="11"/>
          </p:nvPr>
        </p:nvSpPr>
        <p:spPr/>
        <p:txBody>
          <a:bodyPr/>
          <a:lstStyle>
            <a:lvl1pPr>
              <a:defRPr>
                <a:solidFill>
                  <a:schemeClr val="bg1"/>
                </a:solidFill>
              </a:defRPr>
            </a:lvl1pPr>
          </a:lstStyle>
          <a:p>
            <a:fld id="{2EA6AC58-99FC-40D1-8A10-4777F7BB7286}" type="slidenum">
              <a:rPr lang="de-DE" smtClean="0"/>
              <a:pPr/>
              <a:t>‹Nr.›</a:t>
            </a:fld>
            <a:endParaRPr lang="de-DE"/>
          </a:p>
        </p:txBody>
      </p:sp>
      <p:cxnSp>
        <p:nvCxnSpPr>
          <p:cNvPr id="10" name="Gerader Verbinder 9">
            <a:extLst>
              <a:ext uri="{FF2B5EF4-FFF2-40B4-BE49-F238E27FC236}">
                <a16:creationId xmlns:a16="http://schemas.microsoft.com/office/drawing/2014/main" id="{89FF5A0D-607B-4FB4-904A-B66C168F2BD7}"/>
              </a:ext>
            </a:extLst>
          </p:cNvPr>
          <p:cNvCxnSpPr/>
          <p:nvPr/>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758DA77F-DBE3-4099-9031-64607C78AC50}"/>
              </a:ext>
            </a:extLst>
          </p:cNvPr>
          <p:cNvSpPr txBox="1"/>
          <p:nvPr/>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3" name="Gerader Verbinder 12">
            <a:extLst>
              <a:ext uri="{FF2B5EF4-FFF2-40B4-BE49-F238E27FC236}">
                <a16:creationId xmlns:a16="http://schemas.microsoft.com/office/drawing/2014/main" id="{43A8FFBB-3EE0-40D8-95D4-E1D66088B89B}"/>
              </a:ext>
            </a:extLst>
          </p:cNvPr>
          <p:cNvCxnSpPr/>
          <p:nvPr/>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3F6F6341-9A30-4ECF-96A6-4B1B82A3FA4A}"/>
              </a:ext>
            </a:extLst>
          </p:cNvPr>
          <p:cNvSpPr txBox="1"/>
          <p:nvPr/>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15" name="Gerader Verbinder 14">
            <a:extLst>
              <a:ext uri="{FF2B5EF4-FFF2-40B4-BE49-F238E27FC236}">
                <a16:creationId xmlns:a16="http://schemas.microsoft.com/office/drawing/2014/main" id="{11A967AB-752F-4F44-AEE4-9BBEC1F708F9}"/>
              </a:ext>
            </a:extLst>
          </p:cNvPr>
          <p:cNvCxnSpPr/>
          <p:nvPr userDrawn="1"/>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356751C9-CBDD-4BAF-9346-4380214F7E53}"/>
              </a:ext>
            </a:extLst>
          </p:cNvPr>
          <p:cNvSpPr txBox="1"/>
          <p:nvPr userDrawn="1"/>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7" name="Gerader Verbinder 16">
            <a:extLst>
              <a:ext uri="{FF2B5EF4-FFF2-40B4-BE49-F238E27FC236}">
                <a16:creationId xmlns:a16="http://schemas.microsoft.com/office/drawing/2014/main" id="{CFE13429-9F9D-45B2-BA0E-BB9B22C1FD85}"/>
              </a:ext>
            </a:extLst>
          </p:cNvPr>
          <p:cNvCxnSpPr/>
          <p:nvPr userDrawn="1"/>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635B5F51-1C15-44BC-9146-7CC90294E400}"/>
              </a:ext>
            </a:extLst>
          </p:cNvPr>
          <p:cNvSpPr txBox="1"/>
          <p:nvPr userDrawn="1"/>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29" name="Gerader Verbinder 28">
            <a:extLst>
              <a:ext uri="{FF2B5EF4-FFF2-40B4-BE49-F238E27FC236}">
                <a16:creationId xmlns:a16="http://schemas.microsoft.com/office/drawing/2014/main" id="{93CCB8F9-A988-41EE-A2FD-6F2323565837}"/>
              </a:ext>
            </a:extLst>
          </p:cNvPr>
          <p:cNvCxnSpPr/>
          <p:nvPr userDrawn="1"/>
        </p:nvCxnSpPr>
        <p:spPr>
          <a:xfrm flipH="1">
            <a:off x="-304797" y="148590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feld 29">
            <a:extLst>
              <a:ext uri="{FF2B5EF4-FFF2-40B4-BE49-F238E27FC236}">
                <a16:creationId xmlns:a16="http://schemas.microsoft.com/office/drawing/2014/main" id="{B0B23849-21E0-4027-90F9-22EF05217435}"/>
              </a:ext>
            </a:extLst>
          </p:cNvPr>
          <p:cNvSpPr txBox="1"/>
          <p:nvPr userDrawn="1"/>
        </p:nvSpPr>
        <p:spPr>
          <a:xfrm>
            <a:off x="-285748" y="1519245"/>
            <a:ext cx="260349" cy="92333"/>
          </a:xfrm>
          <a:prstGeom prst="rect">
            <a:avLst/>
          </a:prstGeom>
          <a:noFill/>
        </p:spPr>
        <p:txBody>
          <a:bodyPr wrap="square" lIns="0" tIns="0" rIns="0" bIns="0" rtlCol="0">
            <a:noAutofit/>
          </a:bodyPr>
          <a:lstStyle/>
          <a:p>
            <a:r>
              <a:rPr lang="de-DE" sz="600"/>
              <a:t>5,40</a:t>
            </a:r>
          </a:p>
        </p:txBody>
      </p:sp>
      <p:sp>
        <p:nvSpPr>
          <p:cNvPr id="34" name="Textplatzhalter 8">
            <a:extLst>
              <a:ext uri="{FF2B5EF4-FFF2-40B4-BE49-F238E27FC236}">
                <a16:creationId xmlns:a16="http://schemas.microsoft.com/office/drawing/2014/main" id="{9C940D0D-0689-4C32-BF05-B93DB06A4124}"/>
              </a:ext>
            </a:extLst>
          </p:cNvPr>
          <p:cNvSpPr>
            <a:spLocks noGrp="1"/>
          </p:cNvSpPr>
          <p:nvPr>
            <p:ph type="body" sz="quarter" idx="14" hasCustomPrompt="1"/>
          </p:nvPr>
        </p:nvSpPr>
        <p:spPr>
          <a:xfrm>
            <a:off x="406400" y="678119"/>
            <a:ext cx="7199086"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38" name="Content Placeholder 2">
            <a:extLst>
              <a:ext uri="{FF2B5EF4-FFF2-40B4-BE49-F238E27FC236}">
                <a16:creationId xmlns:a16="http://schemas.microsoft.com/office/drawing/2014/main" id="{E735A40C-F323-4044-A2CB-469C5808AA4F}"/>
              </a:ext>
            </a:extLst>
          </p:cNvPr>
          <p:cNvSpPr>
            <a:spLocks noGrp="1"/>
          </p:cNvSpPr>
          <p:nvPr>
            <p:ph idx="1"/>
          </p:nvPr>
        </p:nvSpPr>
        <p:spPr>
          <a:xfrm>
            <a:off x="406400" y="1981594"/>
            <a:ext cx="7199086" cy="4473205"/>
          </a:xfrm>
        </p:spPr>
        <p:txBody>
          <a:bodyPr vert="horz" lIns="0" tIns="0" rIns="0" bIns="0" rtlCol="0">
            <a:noAutofit/>
          </a:bodyPr>
          <a:lstStyle>
            <a:lvl1pPr>
              <a:defRPr lang="de-DE"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41" name="Textplatzhalter 2">
            <a:extLst>
              <a:ext uri="{FF2B5EF4-FFF2-40B4-BE49-F238E27FC236}">
                <a16:creationId xmlns:a16="http://schemas.microsoft.com/office/drawing/2014/main" id="{54C3D6DF-2DBA-40D4-8C4A-1E921FB5FA53}"/>
              </a:ext>
            </a:extLst>
          </p:cNvPr>
          <p:cNvSpPr>
            <a:spLocks noGrp="1"/>
          </p:cNvSpPr>
          <p:nvPr>
            <p:ph type="body" sz="quarter" idx="24" hasCustomPrompt="1"/>
          </p:nvPr>
        </p:nvSpPr>
        <p:spPr>
          <a:xfrm>
            <a:off x="404220" y="1527209"/>
            <a:ext cx="7199085"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u="none"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42" name="Gerader Verbinder 41">
            <a:extLst>
              <a:ext uri="{FF2B5EF4-FFF2-40B4-BE49-F238E27FC236}">
                <a16:creationId xmlns:a16="http://schemas.microsoft.com/office/drawing/2014/main" id="{1E5F7244-7D8B-4F44-A9F5-53AE6ABD68A1}"/>
              </a:ext>
            </a:extLst>
          </p:cNvPr>
          <p:cNvCxnSpPr>
            <a:cxnSpLocks/>
          </p:cNvCxnSpPr>
          <p:nvPr userDrawn="1"/>
        </p:nvCxnSpPr>
        <p:spPr>
          <a:xfrm>
            <a:off x="404221" y="1827469"/>
            <a:ext cx="6823893"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Fußzeilenplatzhalter 1">
            <a:extLst>
              <a:ext uri="{FF2B5EF4-FFF2-40B4-BE49-F238E27FC236}">
                <a16:creationId xmlns:a16="http://schemas.microsoft.com/office/drawing/2014/main" id="{59914E76-5737-4D7B-268B-C7A6702C5F46}"/>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pic>
        <p:nvPicPr>
          <p:cNvPr id="3" name="Grafik 2">
            <a:extLst>
              <a:ext uri="{FF2B5EF4-FFF2-40B4-BE49-F238E27FC236}">
                <a16:creationId xmlns:a16="http://schemas.microsoft.com/office/drawing/2014/main" id="{C1D5B341-8EA1-CDA9-1E4C-C3CA26A73AC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8902" y="0"/>
            <a:ext cx="1693458" cy="666000"/>
          </a:xfrm>
          <a:prstGeom prst="rect">
            <a:avLst/>
          </a:prstGeom>
        </p:spPr>
      </p:pic>
    </p:spTree>
    <p:extLst>
      <p:ext uri="{BB962C8B-B14F-4D97-AF65-F5344CB8AC3E}">
        <p14:creationId xmlns:p14="http://schemas.microsoft.com/office/powerpoint/2010/main" val="208002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3021">
          <p15:clr>
            <a:srgbClr val="FBAE40"/>
          </p15:clr>
        </p15:guide>
        <p15:guide id="5" pos="273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EXT &amp; BILD ">
    <p:spTree>
      <p:nvGrpSpPr>
        <p:cNvPr id="1" name=""/>
        <p:cNvGrpSpPr/>
        <p:nvPr/>
      </p:nvGrpSpPr>
      <p:grpSpPr>
        <a:xfrm>
          <a:off x="0" y="0"/>
          <a:ext cx="0" cy="0"/>
          <a:chOff x="0" y="0"/>
          <a:chExt cx="0" cy="0"/>
        </a:xfrm>
      </p:grpSpPr>
      <p:cxnSp>
        <p:nvCxnSpPr>
          <p:cNvPr id="10" name="Gerader Verbinder 9">
            <a:extLst>
              <a:ext uri="{FF2B5EF4-FFF2-40B4-BE49-F238E27FC236}">
                <a16:creationId xmlns:a16="http://schemas.microsoft.com/office/drawing/2014/main" id="{89FF5A0D-607B-4FB4-904A-B66C168F2BD7}"/>
              </a:ext>
            </a:extLst>
          </p:cNvPr>
          <p:cNvCxnSpPr/>
          <p:nvPr/>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758DA77F-DBE3-4099-9031-64607C78AC50}"/>
              </a:ext>
            </a:extLst>
          </p:cNvPr>
          <p:cNvSpPr txBox="1"/>
          <p:nvPr/>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3" name="Gerader Verbinder 12">
            <a:extLst>
              <a:ext uri="{FF2B5EF4-FFF2-40B4-BE49-F238E27FC236}">
                <a16:creationId xmlns:a16="http://schemas.microsoft.com/office/drawing/2014/main" id="{43A8FFBB-3EE0-40D8-95D4-E1D66088B89B}"/>
              </a:ext>
            </a:extLst>
          </p:cNvPr>
          <p:cNvCxnSpPr/>
          <p:nvPr/>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3F6F6341-9A30-4ECF-96A6-4B1B82A3FA4A}"/>
              </a:ext>
            </a:extLst>
          </p:cNvPr>
          <p:cNvSpPr txBox="1"/>
          <p:nvPr/>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15" name="Gerader Verbinder 14">
            <a:extLst>
              <a:ext uri="{FF2B5EF4-FFF2-40B4-BE49-F238E27FC236}">
                <a16:creationId xmlns:a16="http://schemas.microsoft.com/office/drawing/2014/main" id="{11A967AB-752F-4F44-AEE4-9BBEC1F708F9}"/>
              </a:ext>
            </a:extLst>
          </p:cNvPr>
          <p:cNvCxnSpPr/>
          <p:nvPr userDrawn="1"/>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356751C9-CBDD-4BAF-9346-4380214F7E53}"/>
              </a:ext>
            </a:extLst>
          </p:cNvPr>
          <p:cNvSpPr txBox="1"/>
          <p:nvPr userDrawn="1"/>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7" name="Gerader Verbinder 16">
            <a:extLst>
              <a:ext uri="{FF2B5EF4-FFF2-40B4-BE49-F238E27FC236}">
                <a16:creationId xmlns:a16="http://schemas.microsoft.com/office/drawing/2014/main" id="{CFE13429-9F9D-45B2-BA0E-BB9B22C1FD85}"/>
              </a:ext>
            </a:extLst>
          </p:cNvPr>
          <p:cNvCxnSpPr/>
          <p:nvPr userDrawn="1"/>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635B5F51-1C15-44BC-9146-7CC90294E400}"/>
              </a:ext>
            </a:extLst>
          </p:cNvPr>
          <p:cNvSpPr txBox="1"/>
          <p:nvPr userDrawn="1"/>
        </p:nvSpPr>
        <p:spPr>
          <a:xfrm>
            <a:off x="5556886" y="-211931"/>
            <a:ext cx="298449" cy="92333"/>
          </a:xfrm>
          <a:prstGeom prst="rect">
            <a:avLst/>
          </a:prstGeom>
          <a:noFill/>
        </p:spPr>
        <p:txBody>
          <a:bodyPr wrap="square" lIns="0" tIns="0" rIns="0" bIns="0" rtlCol="0">
            <a:noAutofit/>
          </a:bodyPr>
          <a:lstStyle/>
          <a:p>
            <a:r>
              <a:rPr lang="de-DE" sz="600"/>
              <a:t>0,62</a:t>
            </a:r>
          </a:p>
        </p:txBody>
      </p:sp>
      <p:sp>
        <p:nvSpPr>
          <p:cNvPr id="29" name="Bildplatzhalter 28">
            <a:extLst>
              <a:ext uri="{FF2B5EF4-FFF2-40B4-BE49-F238E27FC236}">
                <a16:creationId xmlns:a16="http://schemas.microsoft.com/office/drawing/2014/main" id="{20E002A8-2C77-48D2-9657-AD02E115A5FA}"/>
              </a:ext>
            </a:extLst>
          </p:cNvPr>
          <p:cNvSpPr>
            <a:spLocks noGrp="1"/>
          </p:cNvSpPr>
          <p:nvPr>
            <p:ph type="pic" sz="quarter" idx="13" hasCustomPrompt="1"/>
          </p:nvPr>
        </p:nvSpPr>
        <p:spPr>
          <a:xfrm>
            <a:off x="8086300" y="0"/>
            <a:ext cx="4105700" cy="6858000"/>
          </a:xfrm>
          <a:custGeom>
            <a:avLst/>
            <a:gdLst>
              <a:gd name="connsiteX0" fmla="*/ 0 w 4105700"/>
              <a:gd name="connsiteY0" fmla="*/ 0 h 6858000"/>
              <a:gd name="connsiteX1" fmla="*/ 2005613 w 4105700"/>
              <a:gd name="connsiteY1" fmla="*/ 0 h 6858000"/>
              <a:gd name="connsiteX2" fmla="*/ 2005613 w 4105700"/>
              <a:gd name="connsiteY2" fmla="*/ 666000 h 6858000"/>
              <a:gd name="connsiteX3" fmla="*/ 3700888 w 4105700"/>
              <a:gd name="connsiteY3" fmla="*/ 666000 h 6858000"/>
              <a:gd name="connsiteX4" fmla="*/ 3700888 w 4105700"/>
              <a:gd name="connsiteY4" fmla="*/ 0 h 6858000"/>
              <a:gd name="connsiteX5" fmla="*/ 4105700 w 4105700"/>
              <a:gd name="connsiteY5" fmla="*/ 0 h 6858000"/>
              <a:gd name="connsiteX6" fmla="*/ 4105700 w 4105700"/>
              <a:gd name="connsiteY6" fmla="*/ 6858000 h 6858000"/>
              <a:gd name="connsiteX7" fmla="*/ 0 w 41057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5700" h="6858000">
                <a:moveTo>
                  <a:pt x="0" y="0"/>
                </a:moveTo>
                <a:lnTo>
                  <a:pt x="2005613" y="0"/>
                </a:lnTo>
                <a:lnTo>
                  <a:pt x="2005613" y="666000"/>
                </a:lnTo>
                <a:lnTo>
                  <a:pt x="3700888" y="666000"/>
                </a:lnTo>
                <a:lnTo>
                  <a:pt x="3700888" y="0"/>
                </a:lnTo>
                <a:lnTo>
                  <a:pt x="4105700" y="0"/>
                </a:lnTo>
                <a:lnTo>
                  <a:pt x="4105700" y="6858000"/>
                </a:lnTo>
                <a:lnTo>
                  <a:pt x="0" y="6858000"/>
                </a:lnTo>
                <a:close/>
              </a:path>
            </a:pathLst>
          </a:custGeo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a:t>
            </a:r>
          </a:p>
        </p:txBody>
      </p:sp>
      <p:sp>
        <p:nvSpPr>
          <p:cNvPr id="30" name="Content Placeholder 2">
            <a:extLst>
              <a:ext uri="{FF2B5EF4-FFF2-40B4-BE49-F238E27FC236}">
                <a16:creationId xmlns:a16="http://schemas.microsoft.com/office/drawing/2014/main" id="{35C975D0-BE46-49F9-8340-4458676D3AED}"/>
              </a:ext>
            </a:extLst>
          </p:cNvPr>
          <p:cNvSpPr>
            <a:spLocks noGrp="1"/>
          </p:cNvSpPr>
          <p:nvPr>
            <p:ph idx="1"/>
          </p:nvPr>
        </p:nvSpPr>
        <p:spPr>
          <a:xfrm>
            <a:off x="404221" y="1527209"/>
            <a:ext cx="3399870" cy="4562184"/>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1" name="Content Placeholder 2">
            <a:extLst>
              <a:ext uri="{FF2B5EF4-FFF2-40B4-BE49-F238E27FC236}">
                <a16:creationId xmlns:a16="http://schemas.microsoft.com/office/drawing/2014/main" id="{16AF29AD-EB00-4193-91FD-4108E400DF48}"/>
              </a:ext>
            </a:extLst>
          </p:cNvPr>
          <p:cNvSpPr>
            <a:spLocks noGrp="1"/>
          </p:cNvSpPr>
          <p:nvPr>
            <p:ph idx="12"/>
          </p:nvPr>
        </p:nvSpPr>
        <p:spPr>
          <a:xfrm>
            <a:off x="4203700" y="1527209"/>
            <a:ext cx="3401787" cy="4562184"/>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8" name="Textplatzhalter 8">
            <a:extLst>
              <a:ext uri="{FF2B5EF4-FFF2-40B4-BE49-F238E27FC236}">
                <a16:creationId xmlns:a16="http://schemas.microsoft.com/office/drawing/2014/main" id="{367AB1D4-C29F-4CC1-B769-6E0ACF59FF5D}"/>
              </a:ext>
            </a:extLst>
          </p:cNvPr>
          <p:cNvSpPr>
            <a:spLocks noGrp="1"/>
          </p:cNvSpPr>
          <p:nvPr>
            <p:ph type="body" sz="quarter" idx="14" hasCustomPrompt="1"/>
          </p:nvPr>
        </p:nvSpPr>
        <p:spPr>
          <a:xfrm>
            <a:off x="406400" y="678119"/>
            <a:ext cx="7199086"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3" name="Datumsplatzhalter 2">
            <a:extLst>
              <a:ext uri="{FF2B5EF4-FFF2-40B4-BE49-F238E27FC236}">
                <a16:creationId xmlns:a16="http://schemas.microsoft.com/office/drawing/2014/main" id="{E9FA6B12-F66A-4423-8CFF-317EA112EA92}"/>
              </a:ext>
            </a:extLst>
          </p:cNvPr>
          <p:cNvSpPr>
            <a:spLocks noGrp="1"/>
          </p:cNvSpPr>
          <p:nvPr>
            <p:ph type="dt" sz="half" idx="15"/>
          </p:nvPr>
        </p:nvSpPr>
        <p:spPr/>
        <p:txBody>
          <a:bodyPr/>
          <a:lstStyle/>
          <a:p>
            <a:fld id="{8439CF76-7CF0-495D-AED3-8FB336C3AD6A}" type="datetime1">
              <a:rPr lang="de-DE" smtClean="0"/>
              <a:t>15.10.2026</a:t>
            </a:fld>
            <a:endParaRPr lang="de-DE"/>
          </a:p>
        </p:txBody>
      </p:sp>
      <p:sp>
        <p:nvSpPr>
          <p:cNvPr id="5" name="Foliennummernplatzhalter 4">
            <a:extLst>
              <a:ext uri="{FF2B5EF4-FFF2-40B4-BE49-F238E27FC236}">
                <a16:creationId xmlns:a16="http://schemas.microsoft.com/office/drawing/2014/main" id="{DCD335DE-EEB3-4911-8B3D-AC492875FD5E}"/>
              </a:ext>
            </a:extLst>
          </p:cNvPr>
          <p:cNvSpPr>
            <a:spLocks noGrp="1"/>
          </p:cNvSpPr>
          <p:nvPr>
            <p:ph type="sldNum" sz="quarter" idx="17"/>
          </p:nvPr>
        </p:nvSpPr>
        <p:spPr/>
        <p:txBody>
          <a:bodyPr/>
          <a:lstStyle>
            <a:lvl1pPr>
              <a:defRPr>
                <a:solidFill>
                  <a:schemeClr val="bg1"/>
                </a:solidFill>
              </a:defRPr>
            </a:lvl1pPr>
          </a:lstStyle>
          <a:p>
            <a:fld id="{2EA6AC58-99FC-40D1-8A10-4777F7BB7286}" type="slidenum">
              <a:rPr lang="de-DE" smtClean="0"/>
              <a:pPr/>
              <a:t>‹Nr.›</a:t>
            </a:fld>
            <a:endParaRPr lang="de-DE"/>
          </a:p>
        </p:txBody>
      </p:sp>
      <p:sp>
        <p:nvSpPr>
          <p:cNvPr id="4" name="Fußzeilenplatzhalter 1">
            <a:extLst>
              <a:ext uri="{FF2B5EF4-FFF2-40B4-BE49-F238E27FC236}">
                <a16:creationId xmlns:a16="http://schemas.microsoft.com/office/drawing/2014/main" id="{ABBAF5FF-C860-5C1E-A042-A621ACC91DFD}"/>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pic>
        <p:nvPicPr>
          <p:cNvPr id="6" name="Grafik 5">
            <a:extLst>
              <a:ext uri="{FF2B5EF4-FFF2-40B4-BE49-F238E27FC236}">
                <a16:creationId xmlns:a16="http://schemas.microsoft.com/office/drawing/2014/main" id="{245136F6-5F08-32F0-A579-D871DD87594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8902" y="0"/>
            <a:ext cx="1693458" cy="666000"/>
          </a:xfrm>
          <a:prstGeom prst="rect">
            <a:avLst/>
          </a:prstGeom>
        </p:spPr>
      </p:pic>
    </p:spTree>
    <p:extLst>
      <p:ext uri="{BB962C8B-B14F-4D97-AF65-F5344CB8AC3E}">
        <p14:creationId xmlns:p14="http://schemas.microsoft.com/office/powerpoint/2010/main" val="659779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3021">
          <p15:clr>
            <a:srgbClr val="FBAE40"/>
          </p15:clr>
        </p15:guide>
        <p15:guide id="5" pos="273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TEXT &amp; BILD (Subline)">
    <p:spTree>
      <p:nvGrpSpPr>
        <p:cNvPr id="1" name=""/>
        <p:cNvGrpSpPr/>
        <p:nvPr/>
      </p:nvGrpSpPr>
      <p:grpSpPr>
        <a:xfrm>
          <a:off x="0" y="0"/>
          <a:ext cx="0" cy="0"/>
          <a:chOff x="0" y="0"/>
          <a:chExt cx="0" cy="0"/>
        </a:xfrm>
      </p:grpSpPr>
      <p:cxnSp>
        <p:nvCxnSpPr>
          <p:cNvPr id="10" name="Gerader Verbinder 9">
            <a:extLst>
              <a:ext uri="{FF2B5EF4-FFF2-40B4-BE49-F238E27FC236}">
                <a16:creationId xmlns:a16="http://schemas.microsoft.com/office/drawing/2014/main" id="{89FF5A0D-607B-4FB4-904A-B66C168F2BD7}"/>
              </a:ext>
            </a:extLst>
          </p:cNvPr>
          <p:cNvCxnSpPr/>
          <p:nvPr/>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758DA77F-DBE3-4099-9031-64607C78AC50}"/>
              </a:ext>
            </a:extLst>
          </p:cNvPr>
          <p:cNvSpPr txBox="1"/>
          <p:nvPr/>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3" name="Gerader Verbinder 12">
            <a:extLst>
              <a:ext uri="{FF2B5EF4-FFF2-40B4-BE49-F238E27FC236}">
                <a16:creationId xmlns:a16="http://schemas.microsoft.com/office/drawing/2014/main" id="{43A8FFBB-3EE0-40D8-95D4-E1D66088B89B}"/>
              </a:ext>
            </a:extLst>
          </p:cNvPr>
          <p:cNvCxnSpPr/>
          <p:nvPr/>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3F6F6341-9A30-4ECF-96A6-4B1B82A3FA4A}"/>
              </a:ext>
            </a:extLst>
          </p:cNvPr>
          <p:cNvSpPr txBox="1"/>
          <p:nvPr/>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15" name="Gerader Verbinder 14">
            <a:extLst>
              <a:ext uri="{FF2B5EF4-FFF2-40B4-BE49-F238E27FC236}">
                <a16:creationId xmlns:a16="http://schemas.microsoft.com/office/drawing/2014/main" id="{11A967AB-752F-4F44-AEE4-9BBEC1F708F9}"/>
              </a:ext>
            </a:extLst>
          </p:cNvPr>
          <p:cNvCxnSpPr/>
          <p:nvPr userDrawn="1"/>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356751C9-CBDD-4BAF-9346-4380214F7E53}"/>
              </a:ext>
            </a:extLst>
          </p:cNvPr>
          <p:cNvSpPr txBox="1"/>
          <p:nvPr userDrawn="1"/>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7" name="Gerader Verbinder 16">
            <a:extLst>
              <a:ext uri="{FF2B5EF4-FFF2-40B4-BE49-F238E27FC236}">
                <a16:creationId xmlns:a16="http://schemas.microsoft.com/office/drawing/2014/main" id="{CFE13429-9F9D-45B2-BA0E-BB9B22C1FD85}"/>
              </a:ext>
            </a:extLst>
          </p:cNvPr>
          <p:cNvCxnSpPr/>
          <p:nvPr userDrawn="1"/>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635B5F51-1C15-44BC-9146-7CC90294E400}"/>
              </a:ext>
            </a:extLst>
          </p:cNvPr>
          <p:cNvSpPr txBox="1"/>
          <p:nvPr userDrawn="1"/>
        </p:nvSpPr>
        <p:spPr>
          <a:xfrm>
            <a:off x="5556886" y="-211931"/>
            <a:ext cx="298449" cy="92333"/>
          </a:xfrm>
          <a:prstGeom prst="rect">
            <a:avLst/>
          </a:prstGeom>
          <a:noFill/>
        </p:spPr>
        <p:txBody>
          <a:bodyPr wrap="square" lIns="0" tIns="0" rIns="0" bIns="0" rtlCol="0">
            <a:noAutofit/>
          </a:bodyPr>
          <a:lstStyle/>
          <a:p>
            <a:r>
              <a:rPr lang="de-DE" sz="600"/>
              <a:t>0,62</a:t>
            </a:r>
          </a:p>
        </p:txBody>
      </p:sp>
      <p:sp>
        <p:nvSpPr>
          <p:cNvPr id="29" name="Bildplatzhalter 28">
            <a:extLst>
              <a:ext uri="{FF2B5EF4-FFF2-40B4-BE49-F238E27FC236}">
                <a16:creationId xmlns:a16="http://schemas.microsoft.com/office/drawing/2014/main" id="{20E002A8-2C77-48D2-9657-AD02E115A5FA}"/>
              </a:ext>
            </a:extLst>
          </p:cNvPr>
          <p:cNvSpPr>
            <a:spLocks noGrp="1"/>
          </p:cNvSpPr>
          <p:nvPr>
            <p:ph type="pic" sz="quarter" idx="13" hasCustomPrompt="1"/>
          </p:nvPr>
        </p:nvSpPr>
        <p:spPr>
          <a:xfrm>
            <a:off x="8086300" y="0"/>
            <a:ext cx="4105700" cy="6858000"/>
          </a:xfrm>
          <a:custGeom>
            <a:avLst/>
            <a:gdLst>
              <a:gd name="connsiteX0" fmla="*/ 0 w 4105700"/>
              <a:gd name="connsiteY0" fmla="*/ 0 h 6858000"/>
              <a:gd name="connsiteX1" fmla="*/ 2005613 w 4105700"/>
              <a:gd name="connsiteY1" fmla="*/ 0 h 6858000"/>
              <a:gd name="connsiteX2" fmla="*/ 2005613 w 4105700"/>
              <a:gd name="connsiteY2" fmla="*/ 666000 h 6858000"/>
              <a:gd name="connsiteX3" fmla="*/ 3700888 w 4105700"/>
              <a:gd name="connsiteY3" fmla="*/ 666000 h 6858000"/>
              <a:gd name="connsiteX4" fmla="*/ 3700888 w 4105700"/>
              <a:gd name="connsiteY4" fmla="*/ 0 h 6858000"/>
              <a:gd name="connsiteX5" fmla="*/ 4105700 w 4105700"/>
              <a:gd name="connsiteY5" fmla="*/ 0 h 6858000"/>
              <a:gd name="connsiteX6" fmla="*/ 4105700 w 4105700"/>
              <a:gd name="connsiteY6" fmla="*/ 6858000 h 6858000"/>
              <a:gd name="connsiteX7" fmla="*/ 0 w 41057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5700" h="6858000">
                <a:moveTo>
                  <a:pt x="0" y="0"/>
                </a:moveTo>
                <a:lnTo>
                  <a:pt x="2005613" y="0"/>
                </a:lnTo>
                <a:lnTo>
                  <a:pt x="2005613" y="666000"/>
                </a:lnTo>
                <a:lnTo>
                  <a:pt x="3700888" y="666000"/>
                </a:lnTo>
                <a:lnTo>
                  <a:pt x="3700888" y="0"/>
                </a:lnTo>
                <a:lnTo>
                  <a:pt x="4105700" y="0"/>
                </a:lnTo>
                <a:lnTo>
                  <a:pt x="4105700" y="6858000"/>
                </a:lnTo>
                <a:lnTo>
                  <a:pt x="0" y="6858000"/>
                </a:lnTo>
                <a:close/>
              </a:path>
            </a:pathLst>
          </a:custGeo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a:t>
            </a:r>
          </a:p>
        </p:txBody>
      </p:sp>
      <p:sp>
        <p:nvSpPr>
          <p:cNvPr id="30" name="Content Placeholder 2">
            <a:extLst>
              <a:ext uri="{FF2B5EF4-FFF2-40B4-BE49-F238E27FC236}">
                <a16:creationId xmlns:a16="http://schemas.microsoft.com/office/drawing/2014/main" id="{35C975D0-BE46-49F9-8340-4458676D3AED}"/>
              </a:ext>
            </a:extLst>
          </p:cNvPr>
          <p:cNvSpPr>
            <a:spLocks noGrp="1"/>
          </p:cNvSpPr>
          <p:nvPr>
            <p:ph idx="1"/>
          </p:nvPr>
        </p:nvSpPr>
        <p:spPr>
          <a:xfrm>
            <a:off x="404221" y="1981595"/>
            <a:ext cx="3399870" cy="4107798"/>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1" name="Content Placeholder 2">
            <a:extLst>
              <a:ext uri="{FF2B5EF4-FFF2-40B4-BE49-F238E27FC236}">
                <a16:creationId xmlns:a16="http://schemas.microsoft.com/office/drawing/2014/main" id="{16AF29AD-EB00-4193-91FD-4108E400DF48}"/>
              </a:ext>
            </a:extLst>
          </p:cNvPr>
          <p:cNvSpPr>
            <a:spLocks noGrp="1"/>
          </p:cNvSpPr>
          <p:nvPr>
            <p:ph idx="12"/>
          </p:nvPr>
        </p:nvSpPr>
        <p:spPr>
          <a:xfrm>
            <a:off x="4203700" y="1981595"/>
            <a:ext cx="3401787" cy="4107798"/>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2" name="Textplatzhalter 2">
            <a:extLst>
              <a:ext uri="{FF2B5EF4-FFF2-40B4-BE49-F238E27FC236}">
                <a16:creationId xmlns:a16="http://schemas.microsoft.com/office/drawing/2014/main" id="{A2365848-D324-41E5-96C0-53731881E59C}"/>
              </a:ext>
            </a:extLst>
          </p:cNvPr>
          <p:cNvSpPr>
            <a:spLocks noGrp="1"/>
          </p:cNvSpPr>
          <p:nvPr>
            <p:ph type="body" sz="quarter" idx="24" hasCustomPrompt="1"/>
          </p:nvPr>
        </p:nvSpPr>
        <p:spPr>
          <a:xfrm>
            <a:off x="404221" y="1527209"/>
            <a:ext cx="3399869"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33" name="Gerader Verbinder 32">
            <a:extLst>
              <a:ext uri="{FF2B5EF4-FFF2-40B4-BE49-F238E27FC236}">
                <a16:creationId xmlns:a16="http://schemas.microsoft.com/office/drawing/2014/main" id="{EDCE2852-221C-4202-8B90-23D1765B2494}"/>
              </a:ext>
            </a:extLst>
          </p:cNvPr>
          <p:cNvCxnSpPr>
            <a:cxnSpLocks/>
          </p:cNvCxnSpPr>
          <p:nvPr userDrawn="1"/>
        </p:nvCxnSpPr>
        <p:spPr>
          <a:xfrm>
            <a:off x="404221" y="1827469"/>
            <a:ext cx="339986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A619A3C2-5398-434F-812B-8992EEA01E59}"/>
              </a:ext>
            </a:extLst>
          </p:cNvPr>
          <p:cNvCxnSpPr>
            <a:cxnSpLocks/>
          </p:cNvCxnSpPr>
          <p:nvPr userDrawn="1"/>
        </p:nvCxnSpPr>
        <p:spPr>
          <a:xfrm>
            <a:off x="4203700" y="1831691"/>
            <a:ext cx="3401786"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37" name="Textplatzhalter 2">
            <a:extLst>
              <a:ext uri="{FF2B5EF4-FFF2-40B4-BE49-F238E27FC236}">
                <a16:creationId xmlns:a16="http://schemas.microsoft.com/office/drawing/2014/main" id="{E2AD3775-12EE-42A0-825E-4483878D7E28}"/>
              </a:ext>
            </a:extLst>
          </p:cNvPr>
          <p:cNvSpPr>
            <a:spLocks noGrp="1"/>
          </p:cNvSpPr>
          <p:nvPr>
            <p:ph type="body" sz="quarter" idx="32" hasCustomPrompt="1"/>
          </p:nvPr>
        </p:nvSpPr>
        <p:spPr>
          <a:xfrm>
            <a:off x="4203700" y="1531431"/>
            <a:ext cx="3403899"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38" name="Textplatzhalter 8">
            <a:extLst>
              <a:ext uri="{FF2B5EF4-FFF2-40B4-BE49-F238E27FC236}">
                <a16:creationId xmlns:a16="http://schemas.microsoft.com/office/drawing/2014/main" id="{367AB1D4-C29F-4CC1-B769-6E0ACF59FF5D}"/>
              </a:ext>
            </a:extLst>
          </p:cNvPr>
          <p:cNvSpPr>
            <a:spLocks noGrp="1"/>
          </p:cNvSpPr>
          <p:nvPr>
            <p:ph type="body" sz="quarter" idx="14" hasCustomPrompt="1"/>
          </p:nvPr>
        </p:nvSpPr>
        <p:spPr>
          <a:xfrm>
            <a:off x="406400" y="678119"/>
            <a:ext cx="7199086"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3" name="Datumsplatzhalter 2">
            <a:extLst>
              <a:ext uri="{FF2B5EF4-FFF2-40B4-BE49-F238E27FC236}">
                <a16:creationId xmlns:a16="http://schemas.microsoft.com/office/drawing/2014/main" id="{87BA29DB-FFC8-4A83-B3E7-CCEB2A8E45B2}"/>
              </a:ext>
            </a:extLst>
          </p:cNvPr>
          <p:cNvSpPr>
            <a:spLocks noGrp="1"/>
          </p:cNvSpPr>
          <p:nvPr>
            <p:ph type="dt" sz="half" idx="33"/>
          </p:nvPr>
        </p:nvSpPr>
        <p:spPr/>
        <p:txBody>
          <a:bodyPr/>
          <a:lstStyle/>
          <a:p>
            <a:fld id="{E9872DD6-1D12-466C-B48C-CA771DB6FB76}" type="datetime1">
              <a:rPr lang="de-DE" smtClean="0"/>
              <a:t>15.10.2026</a:t>
            </a:fld>
            <a:endParaRPr lang="de-DE"/>
          </a:p>
        </p:txBody>
      </p:sp>
      <p:sp>
        <p:nvSpPr>
          <p:cNvPr id="5" name="Foliennummernplatzhalter 4">
            <a:extLst>
              <a:ext uri="{FF2B5EF4-FFF2-40B4-BE49-F238E27FC236}">
                <a16:creationId xmlns:a16="http://schemas.microsoft.com/office/drawing/2014/main" id="{F26980D8-FC20-44B3-A64F-CFDFBDA7E7B3}"/>
              </a:ext>
            </a:extLst>
          </p:cNvPr>
          <p:cNvSpPr>
            <a:spLocks noGrp="1"/>
          </p:cNvSpPr>
          <p:nvPr>
            <p:ph type="sldNum" sz="quarter" idx="35"/>
          </p:nvPr>
        </p:nvSpPr>
        <p:spPr/>
        <p:txBody>
          <a:bodyPr/>
          <a:lstStyle>
            <a:lvl1pPr>
              <a:defRPr>
                <a:solidFill>
                  <a:schemeClr val="bg1"/>
                </a:solidFill>
              </a:defRPr>
            </a:lvl1pPr>
          </a:lstStyle>
          <a:p>
            <a:fld id="{2EA6AC58-99FC-40D1-8A10-4777F7BB7286}" type="slidenum">
              <a:rPr lang="de-DE" smtClean="0"/>
              <a:pPr/>
              <a:t>‹Nr.›</a:t>
            </a:fld>
            <a:endParaRPr lang="de-DE"/>
          </a:p>
        </p:txBody>
      </p:sp>
      <p:sp>
        <p:nvSpPr>
          <p:cNvPr id="4" name="Fußzeilenplatzhalter 1">
            <a:extLst>
              <a:ext uri="{FF2B5EF4-FFF2-40B4-BE49-F238E27FC236}">
                <a16:creationId xmlns:a16="http://schemas.microsoft.com/office/drawing/2014/main" id="{BB43B349-E34B-25A9-7FD1-7661D3262E2D}"/>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pic>
        <p:nvPicPr>
          <p:cNvPr id="6" name="Grafik 5">
            <a:extLst>
              <a:ext uri="{FF2B5EF4-FFF2-40B4-BE49-F238E27FC236}">
                <a16:creationId xmlns:a16="http://schemas.microsoft.com/office/drawing/2014/main" id="{7F6BC5DB-5300-5C17-1F15-4F7E802100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8902" y="0"/>
            <a:ext cx="1693458" cy="666000"/>
          </a:xfrm>
          <a:prstGeom prst="rect">
            <a:avLst/>
          </a:prstGeom>
        </p:spPr>
      </p:pic>
    </p:spTree>
    <p:extLst>
      <p:ext uri="{BB962C8B-B14F-4D97-AF65-F5344CB8AC3E}">
        <p14:creationId xmlns:p14="http://schemas.microsoft.com/office/powerpoint/2010/main" val="381232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3021">
          <p15:clr>
            <a:srgbClr val="FBAE40"/>
          </p15:clr>
        </p15:guide>
        <p15:guide id="5" pos="2739">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TEXT &amp; BILD ">
    <p:spTree>
      <p:nvGrpSpPr>
        <p:cNvPr id="1" name=""/>
        <p:cNvGrpSpPr/>
        <p:nvPr/>
      </p:nvGrpSpPr>
      <p:grpSpPr>
        <a:xfrm>
          <a:off x="0" y="0"/>
          <a:ext cx="0" cy="0"/>
          <a:chOff x="0" y="0"/>
          <a:chExt cx="0" cy="0"/>
        </a:xfrm>
      </p:grpSpPr>
      <p:sp>
        <p:nvSpPr>
          <p:cNvPr id="38" name="Content Placeholder 2">
            <a:extLst>
              <a:ext uri="{FF2B5EF4-FFF2-40B4-BE49-F238E27FC236}">
                <a16:creationId xmlns:a16="http://schemas.microsoft.com/office/drawing/2014/main" id="{E735A40C-F323-4044-A2CB-469C5808AA4F}"/>
              </a:ext>
            </a:extLst>
          </p:cNvPr>
          <p:cNvSpPr>
            <a:spLocks noGrp="1"/>
          </p:cNvSpPr>
          <p:nvPr>
            <p:ph idx="1"/>
          </p:nvPr>
        </p:nvSpPr>
        <p:spPr>
          <a:xfrm>
            <a:off x="406400" y="1519247"/>
            <a:ext cx="7199086" cy="1286658"/>
          </a:xfrm>
        </p:spPr>
        <p:txBody>
          <a:bodyPr vert="horz" lIns="0" tIns="0" rIns="0" bIns="0" rtlCol="0">
            <a:noAutofit/>
          </a:bodyPr>
          <a:lstStyle>
            <a:lvl1pPr>
              <a:defRPr lang="de-DE"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9" name="Bildplatzhalter 38">
            <a:extLst>
              <a:ext uri="{FF2B5EF4-FFF2-40B4-BE49-F238E27FC236}">
                <a16:creationId xmlns:a16="http://schemas.microsoft.com/office/drawing/2014/main" id="{5D6A17D8-FE23-4346-A215-B494129C6ED2}"/>
              </a:ext>
            </a:extLst>
          </p:cNvPr>
          <p:cNvSpPr>
            <a:spLocks noGrp="1"/>
          </p:cNvSpPr>
          <p:nvPr>
            <p:ph type="pic" sz="quarter" idx="13" hasCustomPrompt="1"/>
          </p:nvPr>
        </p:nvSpPr>
        <p:spPr>
          <a:xfrm>
            <a:off x="8086300" y="0"/>
            <a:ext cx="4105700" cy="6858000"/>
          </a:xfrm>
          <a:custGeom>
            <a:avLst/>
            <a:gdLst>
              <a:gd name="connsiteX0" fmla="*/ 0 w 4105700"/>
              <a:gd name="connsiteY0" fmla="*/ 0 h 6858000"/>
              <a:gd name="connsiteX1" fmla="*/ 2005613 w 4105700"/>
              <a:gd name="connsiteY1" fmla="*/ 0 h 6858000"/>
              <a:gd name="connsiteX2" fmla="*/ 2005613 w 4105700"/>
              <a:gd name="connsiteY2" fmla="*/ 666000 h 6858000"/>
              <a:gd name="connsiteX3" fmla="*/ 3700888 w 4105700"/>
              <a:gd name="connsiteY3" fmla="*/ 666000 h 6858000"/>
              <a:gd name="connsiteX4" fmla="*/ 3700888 w 4105700"/>
              <a:gd name="connsiteY4" fmla="*/ 0 h 6858000"/>
              <a:gd name="connsiteX5" fmla="*/ 4105700 w 4105700"/>
              <a:gd name="connsiteY5" fmla="*/ 0 h 6858000"/>
              <a:gd name="connsiteX6" fmla="*/ 4105700 w 4105700"/>
              <a:gd name="connsiteY6" fmla="*/ 6858000 h 6858000"/>
              <a:gd name="connsiteX7" fmla="*/ 0 w 41057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5700" h="6858000">
                <a:moveTo>
                  <a:pt x="0" y="0"/>
                </a:moveTo>
                <a:lnTo>
                  <a:pt x="2005613" y="0"/>
                </a:lnTo>
                <a:lnTo>
                  <a:pt x="2005613" y="666000"/>
                </a:lnTo>
                <a:lnTo>
                  <a:pt x="3700888" y="666000"/>
                </a:lnTo>
                <a:lnTo>
                  <a:pt x="3700888" y="0"/>
                </a:lnTo>
                <a:lnTo>
                  <a:pt x="4105700" y="0"/>
                </a:lnTo>
                <a:lnTo>
                  <a:pt x="4105700" y="6858000"/>
                </a:lnTo>
                <a:lnTo>
                  <a:pt x="0" y="6858000"/>
                </a:lnTo>
                <a:close/>
              </a:path>
            </a:pathLst>
          </a:custGeo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a:t>
            </a:r>
          </a:p>
        </p:txBody>
      </p:sp>
      <p:sp>
        <p:nvSpPr>
          <p:cNvPr id="7" name="Datumsplatzhalter 6">
            <a:extLst>
              <a:ext uri="{FF2B5EF4-FFF2-40B4-BE49-F238E27FC236}">
                <a16:creationId xmlns:a16="http://schemas.microsoft.com/office/drawing/2014/main" id="{1C4DE3D2-864D-465D-A084-F71FCA316C4E}"/>
              </a:ext>
            </a:extLst>
          </p:cNvPr>
          <p:cNvSpPr>
            <a:spLocks noGrp="1"/>
          </p:cNvSpPr>
          <p:nvPr>
            <p:ph type="dt" sz="half" idx="10"/>
          </p:nvPr>
        </p:nvSpPr>
        <p:spPr/>
        <p:txBody>
          <a:bodyPr/>
          <a:lstStyle/>
          <a:p>
            <a:fld id="{E9C8F1D3-F88A-492D-BD67-1F4AA872D751}" type="datetime1">
              <a:rPr lang="de-DE" smtClean="0"/>
              <a:t>15.10.2026</a:t>
            </a:fld>
            <a:endParaRPr lang="de-DE"/>
          </a:p>
        </p:txBody>
      </p:sp>
      <p:sp>
        <p:nvSpPr>
          <p:cNvPr id="8" name="Foliennummernplatzhalter 7">
            <a:extLst>
              <a:ext uri="{FF2B5EF4-FFF2-40B4-BE49-F238E27FC236}">
                <a16:creationId xmlns:a16="http://schemas.microsoft.com/office/drawing/2014/main" id="{FEE8A10D-13B3-47C6-96BB-31E660D97C11}"/>
              </a:ext>
            </a:extLst>
          </p:cNvPr>
          <p:cNvSpPr>
            <a:spLocks noGrp="1"/>
          </p:cNvSpPr>
          <p:nvPr>
            <p:ph type="sldNum" sz="quarter" idx="11"/>
          </p:nvPr>
        </p:nvSpPr>
        <p:spPr/>
        <p:txBody>
          <a:bodyPr/>
          <a:lstStyle>
            <a:lvl1pPr>
              <a:defRPr>
                <a:solidFill>
                  <a:schemeClr val="bg1"/>
                </a:solidFill>
              </a:defRPr>
            </a:lvl1pPr>
          </a:lstStyle>
          <a:p>
            <a:fld id="{2EA6AC58-99FC-40D1-8A10-4777F7BB7286}" type="slidenum">
              <a:rPr lang="de-DE" smtClean="0"/>
              <a:pPr/>
              <a:t>‹Nr.›</a:t>
            </a:fld>
            <a:endParaRPr lang="de-DE"/>
          </a:p>
        </p:txBody>
      </p:sp>
      <p:cxnSp>
        <p:nvCxnSpPr>
          <p:cNvPr id="10" name="Gerader Verbinder 9">
            <a:extLst>
              <a:ext uri="{FF2B5EF4-FFF2-40B4-BE49-F238E27FC236}">
                <a16:creationId xmlns:a16="http://schemas.microsoft.com/office/drawing/2014/main" id="{89FF5A0D-607B-4FB4-904A-B66C168F2BD7}"/>
              </a:ext>
            </a:extLst>
          </p:cNvPr>
          <p:cNvCxnSpPr/>
          <p:nvPr/>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758DA77F-DBE3-4099-9031-64607C78AC50}"/>
              </a:ext>
            </a:extLst>
          </p:cNvPr>
          <p:cNvSpPr txBox="1"/>
          <p:nvPr/>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3" name="Gerader Verbinder 12">
            <a:extLst>
              <a:ext uri="{FF2B5EF4-FFF2-40B4-BE49-F238E27FC236}">
                <a16:creationId xmlns:a16="http://schemas.microsoft.com/office/drawing/2014/main" id="{43A8FFBB-3EE0-40D8-95D4-E1D66088B89B}"/>
              </a:ext>
            </a:extLst>
          </p:cNvPr>
          <p:cNvCxnSpPr/>
          <p:nvPr/>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3F6F6341-9A30-4ECF-96A6-4B1B82A3FA4A}"/>
              </a:ext>
            </a:extLst>
          </p:cNvPr>
          <p:cNvSpPr txBox="1"/>
          <p:nvPr/>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15" name="Gerader Verbinder 14">
            <a:extLst>
              <a:ext uri="{FF2B5EF4-FFF2-40B4-BE49-F238E27FC236}">
                <a16:creationId xmlns:a16="http://schemas.microsoft.com/office/drawing/2014/main" id="{11A967AB-752F-4F44-AEE4-9BBEC1F708F9}"/>
              </a:ext>
            </a:extLst>
          </p:cNvPr>
          <p:cNvCxnSpPr/>
          <p:nvPr userDrawn="1"/>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356751C9-CBDD-4BAF-9346-4380214F7E53}"/>
              </a:ext>
            </a:extLst>
          </p:cNvPr>
          <p:cNvSpPr txBox="1"/>
          <p:nvPr userDrawn="1"/>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7" name="Gerader Verbinder 16">
            <a:extLst>
              <a:ext uri="{FF2B5EF4-FFF2-40B4-BE49-F238E27FC236}">
                <a16:creationId xmlns:a16="http://schemas.microsoft.com/office/drawing/2014/main" id="{CFE13429-9F9D-45B2-BA0E-BB9B22C1FD85}"/>
              </a:ext>
            </a:extLst>
          </p:cNvPr>
          <p:cNvCxnSpPr/>
          <p:nvPr userDrawn="1"/>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635B5F51-1C15-44BC-9146-7CC90294E400}"/>
              </a:ext>
            </a:extLst>
          </p:cNvPr>
          <p:cNvSpPr txBox="1"/>
          <p:nvPr userDrawn="1"/>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29" name="Gerader Verbinder 28">
            <a:extLst>
              <a:ext uri="{FF2B5EF4-FFF2-40B4-BE49-F238E27FC236}">
                <a16:creationId xmlns:a16="http://schemas.microsoft.com/office/drawing/2014/main" id="{93CCB8F9-A988-41EE-A2FD-6F2323565837}"/>
              </a:ext>
            </a:extLst>
          </p:cNvPr>
          <p:cNvCxnSpPr/>
          <p:nvPr userDrawn="1"/>
        </p:nvCxnSpPr>
        <p:spPr>
          <a:xfrm flipH="1">
            <a:off x="-304797" y="148590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feld 29">
            <a:extLst>
              <a:ext uri="{FF2B5EF4-FFF2-40B4-BE49-F238E27FC236}">
                <a16:creationId xmlns:a16="http://schemas.microsoft.com/office/drawing/2014/main" id="{B0B23849-21E0-4027-90F9-22EF05217435}"/>
              </a:ext>
            </a:extLst>
          </p:cNvPr>
          <p:cNvSpPr txBox="1"/>
          <p:nvPr userDrawn="1"/>
        </p:nvSpPr>
        <p:spPr>
          <a:xfrm>
            <a:off x="-285748" y="1519245"/>
            <a:ext cx="260349" cy="92333"/>
          </a:xfrm>
          <a:prstGeom prst="rect">
            <a:avLst/>
          </a:prstGeom>
          <a:noFill/>
        </p:spPr>
        <p:txBody>
          <a:bodyPr wrap="square" lIns="0" tIns="0" rIns="0" bIns="0" rtlCol="0">
            <a:noAutofit/>
          </a:bodyPr>
          <a:lstStyle/>
          <a:p>
            <a:r>
              <a:rPr lang="de-DE" sz="600"/>
              <a:t>5,40</a:t>
            </a:r>
          </a:p>
        </p:txBody>
      </p:sp>
      <p:sp>
        <p:nvSpPr>
          <p:cNvPr id="34" name="Textplatzhalter 8">
            <a:extLst>
              <a:ext uri="{FF2B5EF4-FFF2-40B4-BE49-F238E27FC236}">
                <a16:creationId xmlns:a16="http://schemas.microsoft.com/office/drawing/2014/main" id="{9C940D0D-0689-4C32-BF05-B93DB06A4124}"/>
              </a:ext>
            </a:extLst>
          </p:cNvPr>
          <p:cNvSpPr>
            <a:spLocks noGrp="1"/>
          </p:cNvSpPr>
          <p:nvPr>
            <p:ph type="body" sz="quarter" idx="14" hasCustomPrompt="1"/>
          </p:nvPr>
        </p:nvSpPr>
        <p:spPr>
          <a:xfrm>
            <a:off x="406400" y="678119"/>
            <a:ext cx="7199086"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22" name="Textplatzhalter 2">
            <a:extLst>
              <a:ext uri="{FF2B5EF4-FFF2-40B4-BE49-F238E27FC236}">
                <a16:creationId xmlns:a16="http://schemas.microsoft.com/office/drawing/2014/main" id="{D871E6B3-8E64-4D1F-B4BD-82FD2C8699ED}"/>
              </a:ext>
            </a:extLst>
          </p:cNvPr>
          <p:cNvSpPr>
            <a:spLocks noGrp="1"/>
          </p:cNvSpPr>
          <p:nvPr>
            <p:ph type="body" sz="quarter" idx="24" hasCustomPrompt="1"/>
          </p:nvPr>
        </p:nvSpPr>
        <p:spPr>
          <a:xfrm>
            <a:off x="404221" y="3168230"/>
            <a:ext cx="3399869"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23" name="Gerader Verbinder 22">
            <a:extLst>
              <a:ext uri="{FF2B5EF4-FFF2-40B4-BE49-F238E27FC236}">
                <a16:creationId xmlns:a16="http://schemas.microsoft.com/office/drawing/2014/main" id="{7088D129-FC61-4A6F-A966-919C02C57A19}"/>
              </a:ext>
            </a:extLst>
          </p:cNvPr>
          <p:cNvCxnSpPr>
            <a:cxnSpLocks/>
          </p:cNvCxnSpPr>
          <p:nvPr userDrawn="1"/>
        </p:nvCxnSpPr>
        <p:spPr>
          <a:xfrm>
            <a:off x="404221" y="3468490"/>
            <a:ext cx="339986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4BCBE06C-F8E4-4977-857C-FA681E9828C3}"/>
              </a:ext>
            </a:extLst>
          </p:cNvPr>
          <p:cNvCxnSpPr>
            <a:cxnSpLocks/>
          </p:cNvCxnSpPr>
          <p:nvPr userDrawn="1"/>
        </p:nvCxnSpPr>
        <p:spPr>
          <a:xfrm>
            <a:off x="4203700" y="3472712"/>
            <a:ext cx="3401786"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25" name="Textplatzhalter 2">
            <a:extLst>
              <a:ext uri="{FF2B5EF4-FFF2-40B4-BE49-F238E27FC236}">
                <a16:creationId xmlns:a16="http://schemas.microsoft.com/office/drawing/2014/main" id="{0D3DEA71-0597-4F77-B20B-4A5F3070E0ED}"/>
              </a:ext>
            </a:extLst>
          </p:cNvPr>
          <p:cNvSpPr>
            <a:spLocks noGrp="1"/>
          </p:cNvSpPr>
          <p:nvPr>
            <p:ph type="body" sz="quarter" idx="32" hasCustomPrompt="1"/>
          </p:nvPr>
        </p:nvSpPr>
        <p:spPr>
          <a:xfrm>
            <a:off x="4203700" y="3172452"/>
            <a:ext cx="3403899"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26" name="Content Placeholder 2">
            <a:extLst>
              <a:ext uri="{FF2B5EF4-FFF2-40B4-BE49-F238E27FC236}">
                <a16:creationId xmlns:a16="http://schemas.microsoft.com/office/drawing/2014/main" id="{A6F85F8C-5B57-4EB9-9EE8-3BDC0C8F5DF7}"/>
              </a:ext>
            </a:extLst>
          </p:cNvPr>
          <p:cNvSpPr>
            <a:spLocks noGrp="1"/>
          </p:cNvSpPr>
          <p:nvPr>
            <p:ph idx="33"/>
          </p:nvPr>
        </p:nvSpPr>
        <p:spPr>
          <a:xfrm>
            <a:off x="404221" y="3581820"/>
            <a:ext cx="3399870" cy="2311630"/>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27" name="Content Placeholder 2">
            <a:extLst>
              <a:ext uri="{FF2B5EF4-FFF2-40B4-BE49-F238E27FC236}">
                <a16:creationId xmlns:a16="http://schemas.microsoft.com/office/drawing/2014/main" id="{45BCF46B-DC2C-452C-9A94-14C51BF82BE4}"/>
              </a:ext>
            </a:extLst>
          </p:cNvPr>
          <p:cNvSpPr>
            <a:spLocks noGrp="1"/>
          </p:cNvSpPr>
          <p:nvPr>
            <p:ph idx="12"/>
          </p:nvPr>
        </p:nvSpPr>
        <p:spPr>
          <a:xfrm>
            <a:off x="4203700" y="3581820"/>
            <a:ext cx="3401787" cy="2311630"/>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2" name="Fußzeilenplatzhalter 1">
            <a:extLst>
              <a:ext uri="{FF2B5EF4-FFF2-40B4-BE49-F238E27FC236}">
                <a16:creationId xmlns:a16="http://schemas.microsoft.com/office/drawing/2014/main" id="{D5D85FA9-2293-989F-01DB-42B96ADC2F59}"/>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pic>
        <p:nvPicPr>
          <p:cNvPr id="4" name="Grafik 3">
            <a:extLst>
              <a:ext uri="{FF2B5EF4-FFF2-40B4-BE49-F238E27FC236}">
                <a16:creationId xmlns:a16="http://schemas.microsoft.com/office/drawing/2014/main" id="{E04D7462-9334-5A12-CD9D-80E15B9A624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8902" y="0"/>
            <a:ext cx="1693458" cy="666000"/>
          </a:xfrm>
          <a:prstGeom prst="rect">
            <a:avLst/>
          </a:prstGeom>
        </p:spPr>
      </p:pic>
    </p:spTree>
    <p:extLst>
      <p:ext uri="{BB962C8B-B14F-4D97-AF65-F5344CB8AC3E}">
        <p14:creationId xmlns:p14="http://schemas.microsoft.com/office/powerpoint/2010/main" val="3478037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3021">
          <p15:clr>
            <a:srgbClr val="FBAE40"/>
          </p15:clr>
        </p15:guide>
        <p15:guide id="5" pos="2739">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TEXT &amp; BILD (Sublines)">
    <p:spTree>
      <p:nvGrpSpPr>
        <p:cNvPr id="1" name=""/>
        <p:cNvGrpSpPr/>
        <p:nvPr/>
      </p:nvGrpSpPr>
      <p:grpSpPr>
        <a:xfrm>
          <a:off x="0" y="0"/>
          <a:ext cx="0" cy="0"/>
          <a:chOff x="0" y="0"/>
          <a:chExt cx="0" cy="0"/>
        </a:xfrm>
      </p:grpSpPr>
      <p:cxnSp>
        <p:nvCxnSpPr>
          <p:cNvPr id="10" name="Gerader Verbinder 9">
            <a:extLst>
              <a:ext uri="{FF2B5EF4-FFF2-40B4-BE49-F238E27FC236}">
                <a16:creationId xmlns:a16="http://schemas.microsoft.com/office/drawing/2014/main" id="{89FF5A0D-607B-4FB4-904A-B66C168F2BD7}"/>
              </a:ext>
            </a:extLst>
          </p:cNvPr>
          <p:cNvCxnSpPr/>
          <p:nvPr/>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758DA77F-DBE3-4099-9031-64607C78AC50}"/>
              </a:ext>
            </a:extLst>
          </p:cNvPr>
          <p:cNvSpPr txBox="1"/>
          <p:nvPr/>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3" name="Gerader Verbinder 12">
            <a:extLst>
              <a:ext uri="{FF2B5EF4-FFF2-40B4-BE49-F238E27FC236}">
                <a16:creationId xmlns:a16="http://schemas.microsoft.com/office/drawing/2014/main" id="{43A8FFBB-3EE0-40D8-95D4-E1D66088B89B}"/>
              </a:ext>
            </a:extLst>
          </p:cNvPr>
          <p:cNvCxnSpPr/>
          <p:nvPr/>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3F6F6341-9A30-4ECF-96A6-4B1B82A3FA4A}"/>
              </a:ext>
            </a:extLst>
          </p:cNvPr>
          <p:cNvSpPr txBox="1"/>
          <p:nvPr/>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15" name="Gerader Verbinder 14">
            <a:extLst>
              <a:ext uri="{FF2B5EF4-FFF2-40B4-BE49-F238E27FC236}">
                <a16:creationId xmlns:a16="http://schemas.microsoft.com/office/drawing/2014/main" id="{11A967AB-752F-4F44-AEE4-9BBEC1F708F9}"/>
              </a:ext>
            </a:extLst>
          </p:cNvPr>
          <p:cNvCxnSpPr/>
          <p:nvPr userDrawn="1"/>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356751C9-CBDD-4BAF-9346-4380214F7E53}"/>
              </a:ext>
            </a:extLst>
          </p:cNvPr>
          <p:cNvSpPr txBox="1"/>
          <p:nvPr userDrawn="1"/>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7" name="Gerader Verbinder 16">
            <a:extLst>
              <a:ext uri="{FF2B5EF4-FFF2-40B4-BE49-F238E27FC236}">
                <a16:creationId xmlns:a16="http://schemas.microsoft.com/office/drawing/2014/main" id="{CFE13429-9F9D-45B2-BA0E-BB9B22C1FD85}"/>
              </a:ext>
            </a:extLst>
          </p:cNvPr>
          <p:cNvCxnSpPr/>
          <p:nvPr userDrawn="1"/>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635B5F51-1C15-44BC-9146-7CC90294E400}"/>
              </a:ext>
            </a:extLst>
          </p:cNvPr>
          <p:cNvSpPr txBox="1"/>
          <p:nvPr userDrawn="1"/>
        </p:nvSpPr>
        <p:spPr>
          <a:xfrm>
            <a:off x="5556886" y="-211931"/>
            <a:ext cx="298449" cy="92333"/>
          </a:xfrm>
          <a:prstGeom prst="rect">
            <a:avLst/>
          </a:prstGeom>
          <a:noFill/>
        </p:spPr>
        <p:txBody>
          <a:bodyPr wrap="square" lIns="0" tIns="0" rIns="0" bIns="0" rtlCol="0">
            <a:noAutofit/>
          </a:bodyPr>
          <a:lstStyle/>
          <a:p>
            <a:r>
              <a:rPr lang="de-DE" sz="600"/>
              <a:t>0,62</a:t>
            </a:r>
          </a:p>
        </p:txBody>
      </p:sp>
      <p:sp>
        <p:nvSpPr>
          <p:cNvPr id="29" name="Bildplatzhalter 28">
            <a:extLst>
              <a:ext uri="{FF2B5EF4-FFF2-40B4-BE49-F238E27FC236}">
                <a16:creationId xmlns:a16="http://schemas.microsoft.com/office/drawing/2014/main" id="{20E002A8-2C77-48D2-9657-AD02E115A5FA}"/>
              </a:ext>
            </a:extLst>
          </p:cNvPr>
          <p:cNvSpPr>
            <a:spLocks noGrp="1"/>
          </p:cNvSpPr>
          <p:nvPr>
            <p:ph type="pic" sz="quarter" idx="13" hasCustomPrompt="1"/>
          </p:nvPr>
        </p:nvSpPr>
        <p:spPr>
          <a:xfrm>
            <a:off x="8086300" y="0"/>
            <a:ext cx="4105700" cy="6858000"/>
          </a:xfrm>
          <a:custGeom>
            <a:avLst/>
            <a:gdLst>
              <a:gd name="connsiteX0" fmla="*/ 0 w 4105700"/>
              <a:gd name="connsiteY0" fmla="*/ 0 h 6858000"/>
              <a:gd name="connsiteX1" fmla="*/ 2005613 w 4105700"/>
              <a:gd name="connsiteY1" fmla="*/ 0 h 6858000"/>
              <a:gd name="connsiteX2" fmla="*/ 2005613 w 4105700"/>
              <a:gd name="connsiteY2" fmla="*/ 666000 h 6858000"/>
              <a:gd name="connsiteX3" fmla="*/ 3700888 w 4105700"/>
              <a:gd name="connsiteY3" fmla="*/ 666000 h 6858000"/>
              <a:gd name="connsiteX4" fmla="*/ 3700888 w 4105700"/>
              <a:gd name="connsiteY4" fmla="*/ 0 h 6858000"/>
              <a:gd name="connsiteX5" fmla="*/ 4105700 w 4105700"/>
              <a:gd name="connsiteY5" fmla="*/ 0 h 6858000"/>
              <a:gd name="connsiteX6" fmla="*/ 4105700 w 4105700"/>
              <a:gd name="connsiteY6" fmla="*/ 6858000 h 6858000"/>
              <a:gd name="connsiteX7" fmla="*/ 0 w 41057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5700" h="6858000">
                <a:moveTo>
                  <a:pt x="0" y="0"/>
                </a:moveTo>
                <a:lnTo>
                  <a:pt x="2005613" y="0"/>
                </a:lnTo>
                <a:lnTo>
                  <a:pt x="2005613" y="666000"/>
                </a:lnTo>
                <a:lnTo>
                  <a:pt x="3700888" y="666000"/>
                </a:lnTo>
                <a:lnTo>
                  <a:pt x="3700888" y="0"/>
                </a:lnTo>
                <a:lnTo>
                  <a:pt x="4105700" y="0"/>
                </a:lnTo>
                <a:lnTo>
                  <a:pt x="4105700" y="6858000"/>
                </a:lnTo>
                <a:lnTo>
                  <a:pt x="0" y="6858000"/>
                </a:lnTo>
                <a:close/>
              </a:path>
            </a:pathLst>
          </a:custGeo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a:t>
            </a:r>
          </a:p>
        </p:txBody>
      </p:sp>
      <p:sp>
        <p:nvSpPr>
          <p:cNvPr id="30" name="Content Placeholder 2">
            <a:extLst>
              <a:ext uri="{FF2B5EF4-FFF2-40B4-BE49-F238E27FC236}">
                <a16:creationId xmlns:a16="http://schemas.microsoft.com/office/drawing/2014/main" id="{35C975D0-BE46-49F9-8340-4458676D3AED}"/>
              </a:ext>
            </a:extLst>
          </p:cNvPr>
          <p:cNvSpPr>
            <a:spLocks noGrp="1"/>
          </p:cNvSpPr>
          <p:nvPr>
            <p:ph idx="1"/>
          </p:nvPr>
        </p:nvSpPr>
        <p:spPr>
          <a:xfrm>
            <a:off x="404221" y="1981595"/>
            <a:ext cx="3399870" cy="1610609"/>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1" name="Content Placeholder 2">
            <a:extLst>
              <a:ext uri="{FF2B5EF4-FFF2-40B4-BE49-F238E27FC236}">
                <a16:creationId xmlns:a16="http://schemas.microsoft.com/office/drawing/2014/main" id="{16AF29AD-EB00-4193-91FD-4108E400DF48}"/>
              </a:ext>
            </a:extLst>
          </p:cNvPr>
          <p:cNvSpPr>
            <a:spLocks noGrp="1"/>
          </p:cNvSpPr>
          <p:nvPr>
            <p:ph idx="12"/>
          </p:nvPr>
        </p:nvSpPr>
        <p:spPr>
          <a:xfrm>
            <a:off x="4203700" y="1981595"/>
            <a:ext cx="3401787" cy="1610609"/>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2" name="Textplatzhalter 2">
            <a:extLst>
              <a:ext uri="{FF2B5EF4-FFF2-40B4-BE49-F238E27FC236}">
                <a16:creationId xmlns:a16="http://schemas.microsoft.com/office/drawing/2014/main" id="{A2365848-D324-41E5-96C0-53731881E59C}"/>
              </a:ext>
            </a:extLst>
          </p:cNvPr>
          <p:cNvSpPr>
            <a:spLocks noGrp="1"/>
          </p:cNvSpPr>
          <p:nvPr>
            <p:ph type="body" sz="quarter" idx="24" hasCustomPrompt="1"/>
          </p:nvPr>
        </p:nvSpPr>
        <p:spPr>
          <a:xfrm>
            <a:off x="404221" y="1527209"/>
            <a:ext cx="3399869"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33" name="Gerader Verbinder 32">
            <a:extLst>
              <a:ext uri="{FF2B5EF4-FFF2-40B4-BE49-F238E27FC236}">
                <a16:creationId xmlns:a16="http://schemas.microsoft.com/office/drawing/2014/main" id="{EDCE2852-221C-4202-8B90-23D1765B2494}"/>
              </a:ext>
            </a:extLst>
          </p:cNvPr>
          <p:cNvCxnSpPr>
            <a:cxnSpLocks/>
          </p:cNvCxnSpPr>
          <p:nvPr userDrawn="1"/>
        </p:nvCxnSpPr>
        <p:spPr>
          <a:xfrm>
            <a:off x="404221" y="1827469"/>
            <a:ext cx="339986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A619A3C2-5398-434F-812B-8992EEA01E59}"/>
              </a:ext>
            </a:extLst>
          </p:cNvPr>
          <p:cNvCxnSpPr>
            <a:cxnSpLocks/>
          </p:cNvCxnSpPr>
          <p:nvPr userDrawn="1"/>
        </p:nvCxnSpPr>
        <p:spPr>
          <a:xfrm>
            <a:off x="4203700" y="1831691"/>
            <a:ext cx="3401786"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37" name="Textplatzhalter 2">
            <a:extLst>
              <a:ext uri="{FF2B5EF4-FFF2-40B4-BE49-F238E27FC236}">
                <a16:creationId xmlns:a16="http://schemas.microsoft.com/office/drawing/2014/main" id="{E2AD3775-12EE-42A0-825E-4483878D7E28}"/>
              </a:ext>
            </a:extLst>
          </p:cNvPr>
          <p:cNvSpPr>
            <a:spLocks noGrp="1"/>
          </p:cNvSpPr>
          <p:nvPr>
            <p:ph type="body" sz="quarter" idx="32" hasCustomPrompt="1"/>
          </p:nvPr>
        </p:nvSpPr>
        <p:spPr>
          <a:xfrm>
            <a:off x="4203700" y="1531431"/>
            <a:ext cx="3403899"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38" name="Textplatzhalter 8">
            <a:extLst>
              <a:ext uri="{FF2B5EF4-FFF2-40B4-BE49-F238E27FC236}">
                <a16:creationId xmlns:a16="http://schemas.microsoft.com/office/drawing/2014/main" id="{367AB1D4-C29F-4CC1-B769-6E0ACF59FF5D}"/>
              </a:ext>
            </a:extLst>
          </p:cNvPr>
          <p:cNvSpPr>
            <a:spLocks noGrp="1"/>
          </p:cNvSpPr>
          <p:nvPr>
            <p:ph type="body" sz="quarter" idx="14" hasCustomPrompt="1"/>
          </p:nvPr>
        </p:nvSpPr>
        <p:spPr>
          <a:xfrm>
            <a:off x="406400" y="678119"/>
            <a:ext cx="7199086"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49" name="Content Placeholder 2">
            <a:extLst>
              <a:ext uri="{FF2B5EF4-FFF2-40B4-BE49-F238E27FC236}">
                <a16:creationId xmlns:a16="http://schemas.microsoft.com/office/drawing/2014/main" id="{A669106F-52DE-4DED-BF69-813F913D7692}"/>
              </a:ext>
            </a:extLst>
          </p:cNvPr>
          <p:cNvSpPr>
            <a:spLocks noGrp="1"/>
          </p:cNvSpPr>
          <p:nvPr>
            <p:ph idx="34"/>
          </p:nvPr>
        </p:nvSpPr>
        <p:spPr>
          <a:xfrm>
            <a:off x="404221" y="4439389"/>
            <a:ext cx="3399870" cy="1610609"/>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50" name="Content Placeholder 2">
            <a:extLst>
              <a:ext uri="{FF2B5EF4-FFF2-40B4-BE49-F238E27FC236}">
                <a16:creationId xmlns:a16="http://schemas.microsoft.com/office/drawing/2014/main" id="{64AA16E0-8B78-43D7-A0E6-7ABC64480C23}"/>
              </a:ext>
            </a:extLst>
          </p:cNvPr>
          <p:cNvSpPr>
            <a:spLocks noGrp="1"/>
          </p:cNvSpPr>
          <p:nvPr>
            <p:ph idx="35"/>
          </p:nvPr>
        </p:nvSpPr>
        <p:spPr>
          <a:xfrm>
            <a:off x="4203700" y="4439389"/>
            <a:ext cx="3401787" cy="1610609"/>
          </a:xfrm>
        </p:spPr>
        <p:txBody>
          <a:bodyPr vert="horz" lIns="0" tIns="0" rIns="0" bIns="0" rtlCol="0">
            <a:noAutofit/>
          </a:bodyPr>
          <a:lstStyle>
            <a:lvl1pPr>
              <a:defRPr lang="de-DE" sz="1200"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51" name="Textplatzhalter 2">
            <a:extLst>
              <a:ext uri="{FF2B5EF4-FFF2-40B4-BE49-F238E27FC236}">
                <a16:creationId xmlns:a16="http://schemas.microsoft.com/office/drawing/2014/main" id="{DE90437A-5CF0-457E-989F-D94EDB0FE35C}"/>
              </a:ext>
            </a:extLst>
          </p:cNvPr>
          <p:cNvSpPr>
            <a:spLocks noGrp="1"/>
          </p:cNvSpPr>
          <p:nvPr>
            <p:ph type="body" sz="quarter" idx="36" hasCustomPrompt="1"/>
          </p:nvPr>
        </p:nvSpPr>
        <p:spPr>
          <a:xfrm>
            <a:off x="404221" y="3985003"/>
            <a:ext cx="3399869"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52" name="Gerader Verbinder 51">
            <a:extLst>
              <a:ext uri="{FF2B5EF4-FFF2-40B4-BE49-F238E27FC236}">
                <a16:creationId xmlns:a16="http://schemas.microsoft.com/office/drawing/2014/main" id="{66391EA5-CF5A-450A-9A28-F4462FABF7E7}"/>
              </a:ext>
            </a:extLst>
          </p:cNvPr>
          <p:cNvCxnSpPr>
            <a:cxnSpLocks/>
          </p:cNvCxnSpPr>
          <p:nvPr userDrawn="1"/>
        </p:nvCxnSpPr>
        <p:spPr>
          <a:xfrm>
            <a:off x="404221" y="4285263"/>
            <a:ext cx="339986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130D642E-A8EA-4F03-A557-0E132A9C6B8F}"/>
              </a:ext>
            </a:extLst>
          </p:cNvPr>
          <p:cNvCxnSpPr>
            <a:cxnSpLocks/>
          </p:cNvCxnSpPr>
          <p:nvPr userDrawn="1"/>
        </p:nvCxnSpPr>
        <p:spPr>
          <a:xfrm>
            <a:off x="4203700" y="4289485"/>
            <a:ext cx="3401786"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54" name="Textplatzhalter 2">
            <a:extLst>
              <a:ext uri="{FF2B5EF4-FFF2-40B4-BE49-F238E27FC236}">
                <a16:creationId xmlns:a16="http://schemas.microsoft.com/office/drawing/2014/main" id="{F51C169E-004C-4FCB-BB51-54F40185060F}"/>
              </a:ext>
            </a:extLst>
          </p:cNvPr>
          <p:cNvSpPr>
            <a:spLocks noGrp="1"/>
          </p:cNvSpPr>
          <p:nvPr>
            <p:ph type="body" sz="quarter" idx="37" hasCustomPrompt="1"/>
          </p:nvPr>
        </p:nvSpPr>
        <p:spPr>
          <a:xfrm>
            <a:off x="4203700" y="3989225"/>
            <a:ext cx="3403899"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3" name="Datumsplatzhalter 2">
            <a:extLst>
              <a:ext uri="{FF2B5EF4-FFF2-40B4-BE49-F238E27FC236}">
                <a16:creationId xmlns:a16="http://schemas.microsoft.com/office/drawing/2014/main" id="{F8F6D6EC-F22E-4F51-A122-AAEFE8CD1657}"/>
              </a:ext>
            </a:extLst>
          </p:cNvPr>
          <p:cNvSpPr>
            <a:spLocks noGrp="1"/>
          </p:cNvSpPr>
          <p:nvPr>
            <p:ph type="dt" sz="half" idx="38"/>
          </p:nvPr>
        </p:nvSpPr>
        <p:spPr/>
        <p:txBody>
          <a:bodyPr/>
          <a:lstStyle/>
          <a:p>
            <a:fld id="{4DC9357A-F005-4AAC-B598-87A99A646A5A}" type="datetime1">
              <a:rPr lang="de-DE" smtClean="0"/>
              <a:t>15.10.2026</a:t>
            </a:fld>
            <a:endParaRPr lang="de-DE"/>
          </a:p>
        </p:txBody>
      </p:sp>
      <p:sp>
        <p:nvSpPr>
          <p:cNvPr id="5" name="Foliennummernplatzhalter 4">
            <a:extLst>
              <a:ext uri="{FF2B5EF4-FFF2-40B4-BE49-F238E27FC236}">
                <a16:creationId xmlns:a16="http://schemas.microsoft.com/office/drawing/2014/main" id="{D55A43D3-8C33-4236-9682-B82D04CE3010}"/>
              </a:ext>
            </a:extLst>
          </p:cNvPr>
          <p:cNvSpPr>
            <a:spLocks noGrp="1"/>
          </p:cNvSpPr>
          <p:nvPr>
            <p:ph type="sldNum" sz="quarter" idx="40"/>
          </p:nvPr>
        </p:nvSpPr>
        <p:spPr/>
        <p:txBody>
          <a:bodyPr/>
          <a:lstStyle>
            <a:lvl1pPr>
              <a:defRPr>
                <a:solidFill>
                  <a:schemeClr val="bg1"/>
                </a:solidFill>
              </a:defRPr>
            </a:lvl1pPr>
          </a:lstStyle>
          <a:p>
            <a:fld id="{2EA6AC58-99FC-40D1-8A10-4777F7BB7286}" type="slidenum">
              <a:rPr lang="de-DE" smtClean="0"/>
              <a:pPr/>
              <a:t>‹Nr.›</a:t>
            </a:fld>
            <a:endParaRPr lang="de-DE"/>
          </a:p>
        </p:txBody>
      </p:sp>
      <p:pic>
        <p:nvPicPr>
          <p:cNvPr id="2" name="Grafik 1">
            <a:extLst>
              <a:ext uri="{FF2B5EF4-FFF2-40B4-BE49-F238E27FC236}">
                <a16:creationId xmlns:a16="http://schemas.microsoft.com/office/drawing/2014/main" id="{C4143ABD-919B-A69C-00E5-DAABDF1FEE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4196" y="0"/>
            <a:ext cx="1702992" cy="666000"/>
          </a:xfrm>
          <a:prstGeom prst="rect">
            <a:avLst/>
          </a:prstGeom>
        </p:spPr>
      </p:pic>
      <p:sp>
        <p:nvSpPr>
          <p:cNvPr id="4" name="Fußzeilenplatzhalter 1">
            <a:extLst>
              <a:ext uri="{FF2B5EF4-FFF2-40B4-BE49-F238E27FC236}">
                <a16:creationId xmlns:a16="http://schemas.microsoft.com/office/drawing/2014/main" id="{853A2758-A4BB-BE44-050D-30784E710A94}"/>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4204235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3021">
          <p15:clr>
            <a:srgbClr val="FBAE40"/>
          </p15:clr>
        </p15:guide>
        <p15:guide id="5" pos="2739">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7_TEXT &amp; BILD">
    <p:spTree>
      <p:nvGrpSpPr>
        <p:cNvPr id="1" name=""/>
        <p:cNvGrpSpPr/>
        <p:nvPr/>
      </p:nvGrpSpPr>
      <p:grpSpPr>
        <a:xfrm>
          <a:off x="0" y="0"/>
          <a:ext cx="0" cy="0"/>
          <a:chOff x="0" y="0"/>
          <a:chExt cx="0" cy="0"/>
        </a:xfrm>
      </p:grpSpPr>
      <p:sp>
        <p:nvSpPr>
          <p:cNvPr id="21" name="Bildplatzhalter 4">
            <a:extLst>
              <a:ext uri="{FF2B5EF4-FFF2-40B4-BE49-F238E27FC236}">
                <a16:creationId xmlns:a16="http://schemas.microsoft.com/office/drawing/2014/main" id="{EA3D72FA-ACE2-4B2F-8DF0-3BDD72B077F7}"/>
              </a:ext>
            </a:extLst>
          </p:cNvPr>
          <p:cNvSpPr>
            <a:spLocks noGrp="1"/>
          </p:cNvSpPr>
          <p:nvPr>
            <p:ph type="pic" sz="quarter" idx="18" hasCustomPrompt="1"/>
          </p:nvPr>
        </p:nvSpPr>
        <p:spPr>
          <a:xfrm>
            <a:off x="406398" y="1485904"/>
            <a:ext cx="3906919" cy="1968908"/>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sp>
        <p:nvSpPr>
          <p:cNvPr id="24" name="Bildplatzhalter 4">
            <a:extLst>
              <a:ext uri="{FF2B5EF4-FFF2-40B4-BE49-F238E27FC236}">
                <a16:creationId xmlns:a16="http://schemas.microsoft.com/office/drawing/2014/main" id="{8C538C82-6E90-4091-964F-61B4E9EE60F6}"/>
              </a:ext>
            </a:extLst>
          </p:cNvPr>
          <p:cNvSpPr>
            <a:spLocks noGrp="1"/>
          </p:cNvSpPr>
          <p:nvPr>
            <p:ph type="pic" sz="quarter" idx="19" hasCustomPrompt="1"/>
          </p:nvPr>
        </p:nvSpPr>
        <p:spPr>
          <a:xfrm>
            <a:off x="4343879" y="1485904"/>
            <a:ext cx="3906919" cy="1968908"/>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sp>
        <p:nvSpPr>
          <p:cNvPr id="27" name="Bildplatzhalter 4">
            <a:extLst>
              <a:ext uri="{FF2B5EF4-FFF2-40B4-BE49-F238E27FC236}">
                <a16:creationId xmlns:a16="http://schemas.microsoft.com/office/drawing/2014/main" id="{9F0E1172-DDB2-45DC-AFA6-346D9C5DB1DF}"/>
              </a:ext>
            </a:extLst>
          </p:cNvPr>
          <p:cNvSpPr>
            <a:spLocks noGrp="1"/>
          </p:cNvSpPr>
          <p:nvPr>
            <p:ph type="pic" sz="quarter" idx="20" hasCustomPrompt="1"/>
          </p:nvPr>
        </p:nvSpPr>
        <p:spPr>
          <a:xfrm>
            <a:off x="8285079" y="1485904"/>
            <a:ext cx="3906919" cy="1968908"/>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cxnSp>
        <p:nvCxnSpPr>
          <p:cNvPr id="11" name="Gerader Verbinder 10">
            <a:extLst>
              <a:ext uri="{FF2B5EF4-FFF2-40B4-BE49-F238E27FC236}">
                <a16:creationId xmlns:a16="http://schemas.microsoft.com/office/drawing/2014/main" id="{CE6853AE-C5E9-42F2-B260-1F8C5AB49464}"/>
              </a:ext>
            </a:extLst>
          </p:cNvPr>
          <p:cNvCxnSpPr/>
          <p:nvPr/>
        </p:nvCxnSpPr>
        <p:spPr>
          <a:xfrm flipV="1">
            <a:off x="4344035"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7E242A85-233B-497B-95FF-256174DD2A3A}"/>
              </a:ext>
            </a:extLst>
          </p:cNvPr>
          <p:cNvCxnSpPr/>
          <p:nvPr/>
        </p:nvCxnSpPr>
        <p:spPr>
          <a:xfrm flipV="1">
            <a:off x="3906679"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107DD68-87BE-43E5-8362-4F98FCFF8477}"/>
              </a:ext>
            </a:extLst>
          </p:cNvPr>
          <p:cNvCxnSpPr/>
          <p:nvPr/>
        </p:nvCxnSpPr>
        <p:spPr>
          <a:xfrm flipV="1">
            <a:off x="7847119"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EC7E53C8-4424-400D-ACF2-DF6B873F5B5B}"/>
              </a:ext>
            </a:extLst>
          </p:cNvPr>
          <p:cNvCxnSpPr/>
          <p:nvPr/>
        </p:nvCxnSpPr>
        <p:spPr>
          <a:xfrm flipV="1">
            <a:off x="8280507"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0E4A4F9D-A4F0-4778-915F-9C798CD2F19A}"/>
              </a:ext>
            </a:extLst>
          </p:cNvPr>
          <p:cNvSpPr txBox="1"/>
          <p:nvPr/>
        </p:nvSpPr>
        <p:spPr>
          <a:xfrm>
            <a:off x="4391661" y="-211931"/>
            <a:ext cx="298449" cy="92333"/>
          </a:xfrm>
          <a:prstGeom prst="rect">
            <a:avLst/>
          </a:prstGeom>
          <a:noFill/>
        </p:spPr>
        <p:txBody>
          <a:bodyPr wrap="square" lIns="0" tIns="0" rIns="0" bIns="0" rtlCol="0">
            <a:noAutofit/>
          </a:bodyPr>
          <a:lstStyle/>
          <a:p>
            <a:r>
              <a:rPr lang="de-DE" sz="600"/>
              <a:t>4,87</a:t>
            </a:r>
          </a:p>
        </p:txBody>
      </p:sp>
      <p:sp>
        <p:nvSpPr>
          <p:cNvPr id="31" name="Textfeld 30">
            <a:extLst>
              <a:ext uri="{FF2B5EF4-FFF2-40B4-BE49-F238E27FC236}">
                <a16:creationId xmlns:a16="http://schemas.microsoft.com/office/drawing/2014/main" id="{88F99D9F-77FC-4233-928B-83EF854A6EE1}"/>
              </a:ext>
            </a:extLst>
          </p:cNvPr>
          <p:cNvSpPr txBox="1"/>
          <p:nvPr/>
        </p:nvSpPr>
        <p:spPr>
          <a:xfrm>
            <a:off x="8328137" y="-211931"/>
            <a:ext cx="298449" cy="92333"/>
          </a:xfrm>
          <a:prstGeom prst="rect">
            <a:avLst/>
          </a:prstGeom>
          <a:noFill/>
        </p:spPr>
        <p:txBody>
          <a:bodyPr wrap="square" lIns="0" tIns="0" rIns="0" bIns="0" rtlCol="0">
            <a:noAutofit/>
          </a:bodyPr>
          <a:lstStyle/>
          <a:p>
            <a:r>
              <a:rPr lang="de-DE" sz="600"/>
              <a:t>6,08</a:t>
            </a:r>
          </a:p>
        </p:txBody>
      </p:sp>
      <p:sp>
        <p:nvSpPr>
          <p:cNvPr id="32" name="Content Placeholder 2">
            <a:extLst>
              <a:ext uri="{FF2B5EF4-FFF2-40B4-BE49-F238E27FC236}">
                <a16:creationId xmlns:a16="http://schemas.microsoft.com/office/drawing/2014/main" id="{D42340CA-C323-4B49-BC39-3F464A65D6AD}"/>
              </a:ext>
            </a:extLst>
          </p:cNvPr>
          <p:cNvSpPr>
            <a:spLocks noGrp="1"/>
          </p:cNvSpPr>
          <p:nvPr>
            <p:ph idx="1"/>
          </p:nvPr>
        </p:nvSpPr>
        <p:spPr>
          <a:xfrm>
            <a:off x="406400" y="3649126"/>
            <a:ext cx="3500051" cy="2440267"/>
          </a:xfrm>
        </p:spPr>
        <p:txBody>
          <a:bodyPr vert="horz" lIns="0" tIns="0" rIns="0" bIns="0" rtlCol="0">
            <a:noAutofit/>
          </a:bodyPr>
          <a:lstStyle>
            <a:lvl1pPr>
              <a:defRPr lang="de-DE"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3" name="Content Placeholder 2">
            <a:extLst>
              <a:ext uri="{FF2B5EF4-FFF2-40B4-BE49-F238E27FC236}">
                <a16:creationId xmlns:a16="http://schemas.microsoft.com/office/drawing/2014/main" id="{73BE86BE-A2CC-4D1B-9134-5E59E26725C1}"/>
              </a:ext>
            </a:extLst>
          </p:cNvPr>
          <p:cNvSpPr>
            <a:spLocks noGrp="1"/>
          </p:cNvSpPr>
          <p:nvPr>
            <p:ph idx="12"/>
          </p:nvPr>
        </p:nvSpPr>
        <p:spPr>
          <a:xfrm>
            <a:off x="4343880" y="3649126"/>
            <a:ext cx="3502025" cy="2440267"/>
          </a:xfrm>
        </p:spPr>
        <p:txBody>
          <a:bodyPr vert="horz" lIns="0" tIns="0" rIns="0" bIns="0" rtlCol="0">
            <a:noAutofit/>
          </a:bodyPr>
          <a:lstStyle>
            <a:lvl1pPr>
              <a:defRPr lang="de-DE"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4" name="Content Placeholder 2">
            <a:extLst>
              <a:ext uri="{FF2B5EF4-FFF2-40B4-BE49-F238E27FC236}">
                <a16:creationId xmlns:a16="http://schemas.microsoft.com/office/drawing/2014/main" id="{EE0C5B46-815D-4031-B6B1-05E0C88F8691}"/>
              </a:ext>
            </a:extLst>
          </p:cNvPr>
          <p:cNvSpPr>
            <a:spLocks noGrp="1"/>
          </p:cNvSpPr>
          <p:nvPr>
            <p:ph idx="13"/>
          </p:nvPr>
        </p:nvSpPr>
        <p:spPr>
          <a:xfrm>
            <a:off x="8281360" y="3649126"/>
            <a:ext cx="3502025" cy="2440267"/>
          </a:xfrm>
        </p:spPr>
        <p:txBody>
          <a:bodyPr vert="horz" lIns="0" tIns="0" rIns="0" bIns="0" rtlCol="0">
            <a:noAutofit/>
          </a:bodyPr>
          <a:lstStyle>
            <a:lvl1pPr>
              <a:defRPr lang="de-DE"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cxnSp>
        <p:nvCxnSpPr>
          <p:cNvPr id="18" name="Gerader Verbinder 17">
            <a:extLst>
              <a:ext uri="{FF2B5EF4-FFF2-40B4-BE49-F238E27FC236}">
                <a16:creationId xmlns:a16="http://schemas.microsoft.com/office/drawing/2014/main" id="{F84DDAFA-6CE3-46DC-910C-E8A23788DAA7}"/>
              </a:ext>
            </a:extLst>
          </p:cNvPr>
          <p:cNvCxnSpPr/>
          <p:nvPr userDrawn="1"/>
        </p:nvCxnSpPr>
        <p:spPr>
          <a:xfrm flipV="1">
            <a:off x="4344035"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3" name="Datumsplatzhalter 2">
            <a:extLst>
              <a:ext uri="{FF2B5EF4-FFF2-40B4-BE49-F238E27FC236}">
                <a16:creationId xmlns:a16="http://schemas.microsoft.com/office/drawing/2014/main" id="{D9A281EE-20F0-4A3F-91A6-2986F21BB89B}"/>
              </a:ext>
            </a:extLst>
          </p:cNvPr>
          <p:cNvSpPr>
            <a:spLocks noGrp="1"/>
          </p:cNvSpPr>
          <p:nvPr>
            <p:ph type="dt" sz="half" idx="15"/>
          </p:nvPr>
        </p:nvSpPr>
        <p:spPr/>
        <p:txBody>
          <a:bodyPr/>
          <a:lstStyle/>
          <a:p>
            <a:fld id="{E7DD48F8-C06D-4D78-947B-32F7966951ED}" type="datetime1">
              <a:rPr lang="de-DE" smtClean="0"/>
              <a:t>15.10.2026</a:t>
            </a:fld>
            <a:endParaRPr lang="de-DE"/>
          </a:p>
        </p:txBody>
      </p:sp>
      <p:sp>
        <p:nvSpPr>
          <p:cNvPr id="5" name="Foliennummernplatzhalter 4">
            <a:extLst>
              <a:ext uri="{FF2B5EF4-FFF2-40B4-BE49-F238E27FC236}">
                <a16:creationId xmlns:a16="http://schemas.microsoft.com/office/drawing/2014/main" id="{31BC3830-475B-455C-B055-71FA1262A203}"/>
              </a:ext>
            </a:extLst>
          </p:cNvPr>
          <p:cNvSpPr>
            <a:spLocks noGrp="1"/>
          </p:cNvSpPr>
          <p:nvPr>
            <p:ph type="sldNum" sz="quarter" idx="16"/>
          </p:nvPr>
        </p:nvSpPr>
        <p:spPr/>
        <p:txBody>
          <a:bodyPr/>
          <a:lstStyle/>
          <a:p>
            <a:fld id="{2EA6AC58-99FC-40D1-8A10-4777F7BB7286}" type="slidenum">
              <a:rPr lang="de-DE" smtClean="0"/>
              <a:pPr/>
              <a:t>‹Nr.›</a:t>
            </a:fld>
            <a:endParaRPr lang="de-DE"/>
          </a:p>
        </p:txBody>
      </p:sp>
      <p:sp>
        <p:nvSpPr>
          <p:cNvPr id="25" name="Textfeld 24">
            <a:extLst>
              <a:ext uri="{FF2B5EF4-FFF2-40B4-BE49-F238E27FC236}">
                <a16:creationId xmlns:a16="http://schemas.microsoft.com/office/drawing/2014/main" id="{B4E34D1D-FA14-47E7-AE97-CC7CFC4339BA}"/>
              </a:ext>
            </a:extLst>
          </p:cNvPr>
          <p:cNvSpPr txBox="1"/>
          <p:nvPr userDrawn="1"/>
        </p:nvSpPr>
        <p:spPr>
          <a:xfrm>
            <a:off x="3954308" y="-211931"/>
            <a:ext cx="298449" cy="92333"/>
          </a:xfrm>
          <a:prstGeom prst="rect">
            <a:avLst/>
          </a:prstGeom>
          <a:noFill/>
        </p:spPr>
        <p:txBody>
          <a:bodyPr wrap="square" lIns="0" tIns="0" rIns="0" bIns="0" rtlCol="0">
            <a:noAutofit/>
          </a:bodyPr>
          <a:lstStyle/>
          <a:p>
            <a:r>
              <a:rPr lang="de-DE" sz="600"/>
              <a:t>6,08</a:t>
            </a:r>
          </a:p>
        </p:txBody>
      </p:sp>
      <p:sp>
        <p:nvSpPr>
          <p:cNvPr id="26" name="Textfeld 25">
            <a:extLst>
              <a:ext uri="{FF2B5EF4-FFF2-40B4-BE49-F238E27FC236}">
                <a16:creationId xmlns:a16="http://schemas.microsoft.com/office/drawing/2014/main" id="{6DD05060-C551-4EEA-9B65-7409CB0B6374}"/>
              </a:ext>
            </a:extLst>
          </p:cNvPr>
          <p:cNvSpPr txBox="1"/>
          <p:nvPr userDrawn="1"/>
        </p:nvSpPr>
        <p:spPr>
          <a:xfrm>
            <a:off x="7894749" y="-211931"/>
            <a:ext cx="298449" cy="92333"/>
          </a:xfrm>
          <a:prstGeom prst="rect">
            <a:avLst/>
          </a:prstGeom>
          <a:noFill/>
        </p:spPr>
        <p:txBody>
          <a:bodyPr wrap="square" lIns="0" tIns="0" rIns="0" bIns="0" rtlCol="0">
            <a:noAutofit/>
          </a:bodyPr>
          <a:lstStyle/>
          <a:p>
            <a:r>
              <a:rPr lang="de-DE" sz="600"/>
              <a:t>4,87</a:t>
            </a:r>
          </a:p>
        </p:txBody>
      </p:sp>
      <p:sp>
        <p:nvSpPr>
          <p:cNvPr id="19" name="Textplatzhalter 8">
            <a:extLst>
              <a:ext uri="{FF2B5EF4-FFF2-40B4-BE49-F238E27FC236}">
                <a16:creationId xmlns:a16="http://schemas.microsoft.com/office/drawing/2014/main" id="{189AA541-908C-4235-AA90-34FEE0655DAE}"/>
              </a:ext>
            </a:extLst>
          </p:cNvPr>
          <p:cNvSpPr>
            <a:spLocks noGrp="1"/>
          </p:cNvSpPr>
          <p:nvPr>
            <p:ph type="body" sz="quarter" idx="17"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2" name="Fußzeilenplatzhalter 1">
            <a:extLst>
              <a:ext uri="{FF2B5EF4-FFF2-40B4-BE49-F238E27FC236}">
                <a16:creationId xmlns:a16="http://schemas.microsoft.com/office/drawing/2014/main" id="{1A063DB4-9AEC-B324-00B4-A1CB118DE8BB}"/>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2229912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2462">
          <p15:clr>
            <a:srgbClr val="FBAE40"/>
          </p15:clr>
        </p15:guide>
        <p15:guide id="6" pos="4944">
          <p15:clr>
            <a:srgbClr val="FBAE40"/>
          </p15:clr>
        </p15:guide>
        <p15:guide id="7" pos="5216">
          <p15:clr>
            <a:srgbClr val="FBAE40"/>
          </p15:clr>
        </p15:guide>
        <p15:guide id="8" pos="27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_TEXT &amp; BILD (Subline)">
    <p:spTree>
      <p:nvGrpSpPr>
        <p:cNvPr id="1" name=""/>
        <p:cNvGrpSpPr/>
        <p:nvPr/>
      </p:nvGrpSpPr>
      <p:grpSpPr>
        <a:xfrm>
          <a:off x="0" y="0"/>
          <a:ext cx="0" cy="0"/>
          <a:chOff x="0" y="0"/>
          <a:chExt cx="0" cy="0"/>
        </a:xfrm>
      </p:grpSpPr>
      <p:sp>
        <p:nvSpPr>
          <p:cNvPr id="21" name="Bildplatzhalter 4">
            <a:extLst>
              <a:ext uri="{FF2B5EF4-FFF2-40B4-BE49-F238E27FC236}">
                <a16:creationId xmlns:a16="http://schemas.microsoft.com/office/drawing/2014/main" id="{EA3D72FA-ACE2-4B2F-8DF0-3BDD72B077F7}"/>
              </a:ext>
            </a:extLst>
          </p:cNvPr>
          <p:cNvSpPr>
            <a:spLocks noGrp="1"/>
          </p:cNvSpPr>
          <p:nvPr>
            <p:ph type="pic" sz="quarter" idx="18" hasCustomPrompt="1"/>
          </p:nvPr>
        </p:nvSpPr>
        <p:spPr>
          <a:xfrm>
            <a:off x="406398" y="1485904"/>
            <a:ext cx="3906919" cy="1968908"/>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sp>
        <p:nvSpPr>
          <p:cNvPr id="24" name="Bildplatzhalter 4">
            <a:extLst>
              <a:ext uri="{FF2B5EF4-FFF2-40B4-BE49-F238E27FC236}">
                <a16:creationId xmlns:a16="http://schemas.microsoft.com/office/drawing/2014/main" id="{8C538C82-6E90-4091-964F-61B4E9EE60F6}"/>
              </a:ext>
            </a:extLst>
          </p:cNvPr>
          <p:cNvSpPr>
            <a:spLocks noGrp="1"/>
          </p:cNvSpPr>
          <p:nvPr>
            <p:ph type="pic" sz="quarter" idx="19" hasCustomPrompt="1"/>
          </p:nvPr>
        </p:nvSpPr>
        <p:spPr>
          <a:xfrm>
            <a:off x="4343879" y="1485904"/>
            <a:ext cx="3906919" cy="1968908"/>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sp>
        <p:nvSpPr>
          <p:cNvPr id="27" name="Bildplatzhalter 4">
            <a:extLst>
              <a:ext uri="{FF2B5EF4-FFF2-40B4-BE49-F238E27FC236}">
                <a16:creationId xmlns:a16="http://schemas.microsoft.com/office/drawing/2014/main" id="{9F0E1172-DDB2-45DC-AFA6-346D9C5DB1DF}"/>
              </a:ext>
            </a:extLst>
          </p:cNvPr>
          <p:cNvSpPr>
            <a:spLocks noGrp="1"/>
          </p:cNvSpPr>
          <p:nvPr>
            <p:ph type="pic" sz="quarter" idx="20" hasCustomPrompt="1"/>
          </p:nvPr>
        </p:nvSpPr>
        <p:spPr>
          <a:xfrm>
            <a:off x="8285079" y="1485904"/>
            <a:ext cx="3906919" cy="1968908"/>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cxnSp>
        <p:nvCxnSpPr>
          <p:cNvPr id="11" name="Gerader Verbinder 10">
            <a:extLst>
              <a:ext uri="{FF2B5EF4-FFF2-40B4-BE49-F238E27FC236}">
                <a16:creationId xmlns:a16="http://schemas.microsoft.com/office/drawing/2014/main" id="{CE6853AE-C5E9-42F2-B260-1F8C5AB49464}"/>
              </a:ext>
            </a:extLst>
          </p:cNvPr>
          <p:cNvCxnSpPr/>
          <p:nvPr/>
        </p:nvCxnSpPr>
        <p:spPr>
          <a:xfrm flipV="1">
            <a:off x="4344035"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7E242A85-233B-497B-95FF-256174DD2A3A}"/>
              </a:ext>
            </a:extLst>
          </p:cNvPr>
          <p:cNvCxnSpPr/>
          <p:nvPr/>
        </p:nvCxnSpPr>
        <p:spPr>
          <a:xfrm flipV="1">
            <a:off x="3906679"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107DD68-87BE-43E5-8362-4F98FCFF8477}"/>
              </a:ext>
            </a:extLst>
          </p:cNvPr>
          <p:cNvCxnSpPr/>
          <p:nvPr/>
        </p:nvCxnSpPr>
        <p:spPr>
          <a:xfrm flipV="1">
            <a:off x="7847119"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EC7E53C8-4424-400D-ACF2-DF6B873F5B5B}"/>
              </a:ext>
            </a:extLst>
          </p:cNvPr>
          <p:cNvCxnSpPr/>
          <p:nvPr/>
        </p:nvCxnSpPr>
        <p:spPr>
          <a:xfrm flipV="1">
            <a:off x="8280507"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0E4A4F9D-A4F0-4778-915F-9C798CD2F19A}"/>
              </a:ext>
            </a:extLst>
          </p:cNvPr>
          <p:cNvSpPr txBox="1"/>
          <p:nvPr/>
        </p:nvSpPr>
        <p:spPr>
          <a:xfrm>
            <a:off x="4391661" y="-211931"/>
            <a:ext cx="298449" cy="92333"/>
          </a:xfrm>
          <a:prstGeom prst="rect">
            <a:avLst/>
          </a:prstGeom>
          <a:noFill/>
        </p:spPr>
        <p:txBody>
          <a:bodyPr wrap="square" lIns="0" tIns="0" rIns="0" bIns="0" rtlCol="0">
            <a:noAutofit/>
          </a:bodyPr>
          <a:lstStyle/>
          <a:p>
            <a:r>
              <a:rPr lang="de-DE" sz="600"/>
              <a:t>4,87</a:t>
            </a:r>
          </a:p>
        </p:txBody>
      </p:sp>
      <p:sp>
        <p:nvSpPr>
          <p:cNvPr id="31" name="Textfeld 30">
            <a:extLst>
              <a:ext uri="{FF2B5EF4-FFF2-40B4-BE49-F238E27FC236}">
                <a16:creationId xmlns:a16="http://schemas.microsoft.com/office/drawing/2014/main" id="{88F99D9F-77FC-4233-928B-83EF854A6EE1}"/>
              </a:ext>
            </a:extLst>
          </p:cNvPr>
          <p:cNvSpPr txBox="1"/>
          <p:nvPr/>
        </p:nvSpPr>
        <p:spPr>
          <a:xfrm>
            <a:off x="8328137" y="-211931"/>
            <a:ext cx="298449" cy="92333"/>
          </a:xfrm>
          <a:prstGeom prst="rect">
            <a:avLst/>
          </a:prstGeom>
          <a:noFill/>
        </p:spPr>
        <p:txBody>
          <a:bodyPr wrap="square" lIns="0" tIns="0" rIns="0" bIns="0" rtlCol="0">
            <a:noAutofit/>
          </a:bodyPr>
          <a:lstStyle/>
          <a:p>
            <a:r>
              <a:rPr lang="de-DE" sz="600"/>
              <a:t>6,08</a:t>
            </a:r>
          </a:p>
        </p:txBody>
      </p:sp>
      <p:sp>
        <p:nvSpPr>
          <p:cNvPr id="32" name="Content Placeholder 2">
            <a:extLst>
              <a:ext uri="{FF2B5EF4-FFF2-40B4-BE49-F238E27FC236}">
                <a16:creationId xmlns:a16="http://schemas.microsoft.com/office/drawing/2014/main" id="{D42340CA-C323-4B49-BC39-3F464A65D6AD}"/>
              </a:ext>
            </a:extLst>
          </p:cNvPr>
          <p:cNvSpPr>
            <a:spLocks noGrp="1"/>
          </p:cNvSpPr>
          <p:nvPr>
            <p:ph idx="1"/>
          </p:nvPr>
        </p:nvSpPr>
        <p:spPr>
          <a:xfrm>
            <a:off x="406400" y="4044783"/>
            <a:ext cx="3500051" cy="2044610"/>
          </a:xfrm>
        </p:spPr>
        <p:txBody>
          <a:bodyPr vert="horz" lIns="0" tIns="0" rIns="0" bIns="0" rtlCol="0">
            <a:noAutofit/>
          </a:bodyPr>
          <a:lstStyle>
            <a:lvl1pPr>
              <a:defRPr lang="de-DE"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3" name="Content Placeholder 2">
            <a:extLst>
              <a:ext uri="{FF2B5EF4-FFF2-40B4-BE49-F238E27FC236}">
                <a16:creationId xmlns:a16="http://schemas.microsoft.com/office/drawing/2014/main" id="{73BE86BE-A2CC-4D1B-9134-5E59E26725C1}"/>
              </a:ext>
            </a:extLst>
          </p:cNvPr>
          <p:cNvSpPr>
            <a:spLocks noGrp="1"/>
          </p:cNvSpPr>
          <p:nvPr>
            <p:ph idx="12"/>
          </p:nvPr>
        </p:nvSpPr>
        <p:spPr>
          <a:xfrm>
            <a:off x="4343880" y="4044783"/>
            <a:ext cx="3502025" cy="2044610"/>
          </a:xfrm>
        </p:spPr>
        <p:txBody>
          <a:bodyPr vert="horz" lIns="0" tIns="0" rIns="0" bIns="0" rtlCol="0">
            <a:noAutofit/>
          </a:bodyPr>
          <a:lstStyle>
            <a:lvl1pPr>
              <a:defRPr lang="de-DE"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34" name="Content Placeholder 2">
            <a:extLst>
              <a:ext uri="{FF2B5EF4-FFF2-40B4-BE49-F238E27FC236}">
                <a16:creationId xmlns:a16="http://schemas.microsoft.com/office/drawing/2014/main" id="{EE0C5B46-815D-4031-B6B1-05E0C88F8691}"/>
              </a:ext>
            </a:extLst>
          </p:cNvPr>
          <p:cNvSpPr>
            <a:spLocks noGrp="1"/>
          </p:cNvSpPr>
          <p:nvPr>
            <p:ph idx="13"/>
          </p:nvPr>
        </p:nvSpPr>
        <p:spPr>
          <a:xfrm>
            <a:off x="8281360" y="4044783"/>
            <a:ext cx="3502025" cy="2044610"/>
          </a:xfrm>
        </p:spPr>
        <p:txBody>
          <a:bodyPr vert="horz" lIns="0" tIns="0" rIns="0" bIns="0" rtlCol="0">
            <a:noAutofit/>
          </a:bodyPr>
          <a:lstStyle>
            <a:lvl1pPr>
              <a:defRPr lang="de-DE" b="0" dirty="0">
                <a:solidFill>
                  <a:schemeClr val="accent5"/>
                </a:solidFill>
                <a:latin typeface="+mn-lt"/>
              </a:defRPr>
            </a:lvl1pPr>
            <a:lvl2pPr>
              <a:defRPr lang="de-DE" sz="1200" b="0" dirty="0">
                <a:solidFill>
                  <a:schemeClr val="accent5"/>
                </a:solidFill>
                <a:latin typeface="+mn-lt"/>
              </a:defRPr>
            </a:lvl2pPr>
            <a:lvl3pPr>
              <a:defRPr lang="de-DE" sz="1200" b="0" dirty="0">
                <a:solidFill>
                  <a:schemeClr val="accent5"/>
                </a:solidFill>
                <a:latin typeface="+mn-lt"/>
              </a:defRPr>
            </a:lvl3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cxnSp>
        <p:nvCxnSpPr>
          <p:cNvPr id="18" name="Gerader Verbinder 17">
            <a:extLst>
              <a:ext uri="{FF2B5EF4-FFF2-40B4-BE49-F238E27FC236}">
                <a16:creationId xmlns:a16="http://schemas.microsoft.com/office/drawing/2014/main" id="{F84DDAFA-6CE3-46DC-910C-E8A23788DAA7}"/>
              </a:ext>
            </a:extLst>
          </p:cNvPr>
          <p:cNvCxnSpPr/>
          <p:nvPr userDrawn="1"/>
        </p:nvCxnSpPr>
        <p:spPr>
          <a:xfrm flipV="1">
            <a:off x="4344035"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3" name="Datumsplatzhalter 2">
            <a:extLst>
              <a:ext uri="{FF2B5EF4-FFF2-40B4-BE49-F238E27FC236}">
                <a16:creationId xmlns:a16="http://schemas.microsoft.com/office/drawing/2014/main" id="{D9A281EE-20F0-4A3F-91A6-2986F21BB89B}"/>
              </a:ext>
            </a:extLst>
          </p:cNvPr>
          <p:cNvSpPr>
            <a:spLocks noGrp="1"/>
          </p:cNvSpPr>
          <p:nvPr>
            <p:ph type="dt" sz="half" idx="15"/>
          </p:nvPr>
        </p:nvSpPr>
        <p:spPr/>
        <p:txBody>
          <a:bodyPr/>
          <a:lstStyle/>
          <a:p>
            <a:fld id="{DF6850CF-D7F5-49B8-83AF-44EF84C25FD3}" type="datetime1">
              <a:rPr lang="de-DE" smtClean="0"/>
              <a:t>15.10.2026</a:t>
            </a:fld>
            <a:endParaRPr lang="de-DE"/>
          </a:p>
        </p:txBody>
      </p:sp>
      <p:sp>
        <p:nvSpPr>
          <p:cNvPr id="5" name="Foliennummernplatzhalter 4">
            <a:extLst>
              <a:ext uri="{FF2B5EF4-FFF2-40B4-BE49-F238E27FC236}">
                <a16:creationId xmlns:a16="http://schemas.microsoft.com/office/drawing/2014/main" id="{31BC3830-475B-455C-B055-71FA1262A203}"/>
              </a:ext>
            </a:extLst>
          </p:cNvPr>
          <p:cNvSpPr>
            <a:spLocks noGrp="1"/>
          </p:cNvSpPr>
          <p:nvPr>
            <p:ph type="sldNum" sz="quarter" idx="16"/>
          </p:nvPr>
        </p:nvSpPr>
        <p:spPr/>
        <p:txBody>
          <a:bodyPr/>
          <a:lstStyle/>
          <a:p>
            <a:fld id="{2EA6AC58-99FC-40D1-8A10-4777F7BB7286}" type="slidenum">
              <a:rPr lang="de-DE" smtClean="0"/>
              <a:pPr/>
              <a:t>‹Nr.›</a:t>
            </a:fld>
            <a:endParaRPr lang="de-DE"/>
          </a:p>
        </p:txBody>
      </p:sp>
      <p:sp>
        <p:nvSpPr>
          <p:cNvPr id="25" name="Textfeld 24">
            <a:extLst>
              <a:ext uri="{FF2B5EF4-FFF2-40B4-BE49-F238E27FC236}">
                <a16:creationId xmlns:a16="http://schemas.microsoft.com/office/drawing/2014/main" id="{B4E34D1D-FA14-47E7-AE97-CC7CFC4339BA}"/>
              </a:ext>
            </a:extLst>
          </p:cNvPr>
          <p:cNvSpPr txBox="1"/>
          <p:nvPr userDrawn="1"/>
        </p:nvSpPr>
        <p:spPr>
          <a:xfrm>
            <a:off x="3954308" y="-211931"/>
            <a:ext cx="298449" cy="92333"/>
          </a:xfrm>
          <a:prstGeom prst="rect">
            <a:avLst/>
          </a:prstGeom>
          <a:noFill/>
        </p:spPr>
        <p:txBody>
          <a:bodyPr wrap="square" lIns="0" tIns="0" rIns="0" bIns="0" rtlCol="0">
            <a:noAutofit/>
          </a:bodyPr>
          <a:lstStyle/>
          <a:p>
            <a:r>
              <a:rPr lang="de-DE" sz="600"/>
              <a:t>6,08</a:t>
            </a:r>
          </a:p>
        </p:txBody>
      </p:sp>
      <p:sp>
        <p:nvSpPr>
          <p:cNvPr id="26" name="Textfeld 25">
            <a:extLst>
              <a:ext uri="{FF2B5EF4-FFF2-40B4-BE49-F238E27FC236}">
                <a16:creationId xmlns:a16="http://schemas.microsoft.com/office/drawing/2014/main" id="{6DD05060-C551-4EEA-9B65-7409CB0B6374}"/>
              </a:ext>
            </a:extLst>
          </p:cNvPr>
          <p:cNvSpPr txBox="1"/>
          <p:nvPr userDrawn="1"/>
        </p:nvSpPr>
        <p:spPr>
          <a:xfrm>
            <a:off x="7894749" y="-211931"/>
            <a:ext cx="298449" cy="92333"/>
          </a:xfrm>
          <a:prstGeom prst="rect">
            <a:avLst/>
          </a:prstGeom>
          <a:noFill/>
        </p:spPr>
        <p:txBody>
          <a:bodyPr wrap="square" lIns="0" tIns="0" rIns="0" bIns="0" rtlCol="0">
            <a:noAutofit/>
          </a:bodyPr>
          <a:lstStyle/>
          <a:p>
            <a:r>
              <a:rPr lang="de-DE" sz="600"/>
              <a:t>4,87</a:t>
            </a:r>
          </a:p>
        </p:txBody>
      </p:sp>
      <p:sp>
        <p:nvSpPr>
          <p:cNvPr id="19" name="Textplatzhalter 8">
            <a:extLst>
              <a:ext uri="{FF2B5EF4-FFF2-40B4-BE49-F238E27FC236}">
                <a16:creationId xmlns:a16="http://schemas.microsoft.com/office/drawing/2014/main" id="{189AA541-908C-4235-AA90-34FEE0655DAE}"/>
              </a:ext>
            </a:extLst>
          </p:cNvPr>
          <p:cNvSpPr>
            <a:spLocks noGrp="1"/>
          </p:cNvSpPr>
          <p:nvPr>
            <p:ph type="body" sz="quarter" idx="17"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37" name="Textplatzhalter 2">
            <a:extLst>
              <a:ext uri="{FF2B5EF4-FFF2-40B4-BE49-F238E27FC236}">
                <a16:creationId xmlns:a16="http://schemas.microsoft.com/office/drawing/2014/main" id="{5361D8E7-61B8-4B00-AF74-50A80D813A4F}"/>
              </a:ext>
            </a:extLst>
          </p:cNvPr>
          <p:cNvSpPr>
            <a:spLocks noGrp="1"/>
          </p:cNvSpPr>
          <p:nvPr>
            <p:ph type="body" sz="quarter" idx="24" hasCustomPrompt="1"/>
          </p:nvPr>
        </p:nvSpPr>
        <p:spPr>
          <a:xfrm>
            <a:off x="404221" y="3644904"/>
            <a:ext cx="3502025"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38" name="Gerader Verbinder 37">
            <a:extLst>
              <a:ext uri="{FF2B5EF4-FFF2-40B4-BE49-F238E27FC236}">
                <a16:creationId xmlns:a16="http://schemas.microsoft.com/office/drawing/2014/main" id="{50149A74-5C7C-449B-A637-6C9C9879A307}"/>
              </a:ext>
            </a:extLst>
          </p:cNvPr>
          <p:cNvCxnSpPr>
            <a:cxnSpLocks/>
          </p:cNvCxnSpPr>
          <p:nvPr userDrawn="1"/>
        </p:nvCxnSpPr>
        <p:spPr>
          <a:xfrm>
            <a:off x="404221" y="3945164"/>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D9F422D4-481F-47D5-BF5B-541B4510346E}"/>
              </a:ext>
            </a:extLst>
          </p:cNvPr>
          <p:cNvCxnSpPr>
            <a:cxnSpLocks/>
          </p:cNvCxnSpPr>
          <p:nvPr userDrawn="1"/>
        </p:nvCxnSpPr>
        <p:spPr>
          <a:xfrm>
            <a:off x="4339726" y="3949386"/>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58AC6837-C193-4E8B-B246-27FA6F4664F5}"/>
              </a:ext>
            </a:extLst>
          </p:cNvPr>
          <p:cNvCxnSpPr>
            <a:cxnSpLocks/>
          </p:cNvCxnSpPr>
          <p:nvPr userDrawn="1"/>
        </p:nvCxnSpPr>
        <p:spPr>
          <a:xfrm>
            <a:off x="8283335" y="3949386"/>
            <a:ext cx="3502025"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41" name="Textplatzhalter 2">
            <a:extLst>
              <a:ext uri="{FF2B5EF4-FFF2-40B4-BE49-F238E27FC236}">
                <a16:creationId xmlns:a16="http://schemas.microsoft.com/office/drawing/2014/main" id="{8AD35D86-9F03-4F21-846F-4B3FD53AAF62}"/>
              </a:ext>
            </a:extLst>
          </p:cNvPr>
          <p:cNvSpPr>
            <a:spLocks noGrp="1"/>
          </p:cNvSpPr>
          <p:nvPr>
            <p:ph type="body" sz="quarter" idx="32" hasCustomPrompt="1"/>
          </p:nvPr>
        </p:nvSpPr>
        <p:spPr>
          <a:xfrm>
            <a:off x="4347830" y="3649126"/>
            <a:ext cx="3502025"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42" name="Textplatzhalter 2">
            <a:extLst>
              <a:ext uri="{FF2B5EF4-FFF2-40B4-BE49-F238E27FC236}">
                <a16:creationId xmlns:a16="http://schemas.microsoft.com/office/drawing/2014/main" id="{9372A11D-8044-42A8-96E5-96061FB03735}"/>
              </a:ext>
            </a:extLst>
          </p:cNvPr>
          <p:cNvSpPr>
            <a:spLocks noGrp="1"/>
          </p:cNvSpPr>
          <p:nvPr>
            <p:ph type="body" sz="quarter" idx="36" hasCustomPrompt="1"/>
          </p:nvPr>
        </p:nvSpPr>
        <p:spPr>
          <a:xfrm>
            <a:off x="8283335" y="3649126"/>
            <a:ext cx="3502025"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2" name="Fußzeilenplatzhalter 1">
            <a:extLst>
              <a:ext uri="{FF2B5EF4-FFF2-40B4-BE49-F238E27FC236}">
                <a16:creationId xmlns:a16="http://schemas.microsoft.com/office/drawing/2014/main" id="{5B3BCD7E-F2AC-D308-C70F-8AAF2F71CBA5}"/>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15433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2462">
          <p15:clr>
            <a:srgbClr val="FBAE40"/>
          </p15:clr>
        </p15:guide>
        <p15:guide id="6" pos="4944">
          <p15:clr>
            <a:srgbClr val="FBAE40"/>
          </p15:clr>
        </p15:guide>
        <p15:guide id="7" pos="5216">
          <p15:clr>
            <a:srgbClr val="FBAE40"/>
          </p15:clr>
        </p15:guide>
        <p15:guide id="8" pos="273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9_TEXT &amp; BILD">
    <p:spTree>
      <p:nvGrpSpPr>
        <p:cNvPr id="1" name=""/>
        <p:cNvGrpSpPr/>
        <p:nvPr/>
      </p:nvGrpSpPr>
      <p:grpSpPr>
        <a:xfrm>
          <a:off x="0" y="0"/>
          <a:ext cx="0" cy="0"/>
          <a:chOff x="0" y="0"/>
          <a:chExt cx="0" cy="0"/>
        </a:xfrm>
      </p:grpSpPr>
      <p:sp>
        <p:nvSpPr>
          <p:cNvPr id="29" name="Bildplatzhalter 4">
            <a:extLst>
              <a:ext uri="{FF2B5EF4-FFF2-40B4-BE49-F238E27FC236}">
                <a16:creationId xmlns:a16="http://schemas.microsoft.com/office/drawing/2014/main" id="{E5648B1B-350F-4D71-BA77-8B10F843CEBF}"/>
              </a:ext>
            </a:extLst>
          </p:cNvPr>
          <p:cNvSpPr>
            <a:spLocks noGrp="1"/>
          </p:cNvSpPr>
          <p:nvPr>
            <p:ph type="pic" sz="quarter" idx="22" hasCustomPrompt="1"/>
          </p:nvPr>
        </p:nvSpPr>
        <p:spPr>
          <a:xfrm>
            <a:off x="406399" y="1485904"/>
            <a:ext cx="2926640" cy="141750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sp>
        <p:nvSpPr>
          <p:cNvPr id="33" name="Bildplatzhalter 4">
            <a:extLst>
              <a:ext uri="{FF2B5EF4-FFF2-40B4-BE49-F238E27FC236}">
                <a16:creationId xmlns:a16="http://schemas.microsoft.com/office/drawing/2014/main" id="{F2D7602C-0A5C-4C49-A4AD-B72E87B91DBD}"/>
              </a:ext>
            </a:extLst>
          </p:cNvPr>
          <p:cNvSpPr>
            <a:spLocks noGrp="1"/>
          </p:cNvSpPr>
          <p:nvPr>
            <p:ph type="pic" sz="quarter" idx="23" hasCustomPrompt="1"/>
          </p:nvPr>
        </p:nvSpPr>
        <p:spPr>
          <a:xfrm>
            <a:off x="3357560" y="1485904"/>
            <a:ext cx="2926640" cy="141750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sp>
        <p:nvSpPr>
          <p:cNvPr id="34" name="Bildplatzhalter 4">
            <a:extLst>
              <a:ext uri="{FF2B5EF4-FFF2-40B4-BE49-F238E27FC236}">
                <a16:creationId xmlns:a16="http://schemas.microsoft.com/office/drawing/2014/main" id="{586AEB8D-209A-48F8-8F5F-ED1724A6107F}"/>
              </a:ext>
            </a:extLst>
          </p:cNvPr>
          <p:cNvSpPr>
            <a:spLocks noGrp="1"/>
          </p:cNvSpPr>
          <p:nvPr>
            <p:ph type="pic" sz="quarter" idx="24" hasCustomPrompt="1"/>
          </p:nvPr>
        </p:nvSpPr>
        <p:spPr>
          <a:xfrm>
            <a:off x="6312373" y="1485904"/>
            <a:ext cx="2926640" cy="141750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sp>
        <p:nvSpPr>
          <p:cNvPr id="35" name="Bildplatzhalter 4">
            <a:extLst>
              <a:ext uri="{FF2B5EF4-FFF2-40B4-BE49-F238E27FC236}">
                <a16:creationId xmlns:a16="http://schemas.microsoft.com/office/drawing/2014/main" id="{91C6D65C-D9EF-46E9-8F43-677F7B654AD3}"/>
              </a:ext>
            </a:extLst>
          </p:cNvPr>
          <p:cNvSpPr>
            <a:spLocks noGrp="1"/>
          </p:cNvSpPr>
          <p:nvPr>
            <p:ph type="pic" sz="quarter" idx="25" hasCustomPrompt="1"/>
          </p:nvPr>
        </p:nvSpPr>
        <p:spPr>
          <a:xfrm>
            <a:off x="9265360" y="1485904"/>
            <a:ext cx="2926640" cy="141750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cxnSp>
        <p:nvCxnSpPr>
          <p:cNvPr id="20" name="Gerader Verbinder 19">
            <a:extLst>
              <a:ext uri="{FF2B5EF4-FFF2-40B4-BE49-F238E27FC236}">
                <a16:creationId xmlns:a16="http://schemas.microsoft.com/office/drawing/2014/main" id="{8FDB4C41-1C32-44DC-A4B8-C89938143C59}"/>
              </a:ext>
            </a:extLst>
          </p:cNvPr>
          <p:cNvCxnSpPr/>
          <p:nvPr/>
        </p:nvCxnSpPr>
        <p:spPr>
          <a:xfrm flipV="1">
            <a:off x="29279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EBAC2A6D-015C-494D-92BD-B4FD8F5FA29B}"/>
              </a:ext>
            </a:extLst>
          </p:cNvPr>
          <p:cNvCxnSpPr/>
          <p:nvPr/>
        </p:nvCxnSpPr>
        <p:spPr>
          <a:xfrm flipV="1">
            <a:off x="3359785"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78E0C73D-6D5C-42EC-AA93-EC6597BF3B10}"/>
              </a:ext>
            </a:extLst>
          </p:cNvPr>
          <p:cNvCxnSpPr/>
          <p:nvPr/>
        </p:nvCxnSpPr>
        <p:spPr>
          <a:xfrm flipV="1">
            <a:off x="5877560"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31F89B14-020D-40CB-A9F1-8E13CB8484AF}"/>
              </a:ext>
            </a:extLst>
          </p:cNvPr>
          <p:cNvCxnSpPr/>
          <p:nvPr/>
        </p:nvCxnSpPr>
        <p:spPr>
          <a:xfrm flipV="1">
            <a:off x="6312533" y="-212048"/>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feld 26">
            <a:extLst>
              <a:ext uri="{FF2B5EF4-FFF2-40B4-BE49-F238E27FC236}">
                <a16:creationId xmlns:a16="http://schemas.microsoft.com/office/drawing/2014/main" id="{0D1229B9-A284-4241-8204-FE6B33F077BA}"/>
              </a:ext>
            </a:extLst>
          </p:cNvPr>
          <p:cNvSpPr txBox="1"/>
          <p:nvPr userDrawn="1"/>
        </p:nvSpPr>
        <p:spPr>
          <a:xfrm>
            <a:off x="6360162" y="-197643"/>
            <a:ext cx="298449" cy="92333"/>
          </a:xfrm>
          <a:prstGeom prst="rect">
            <a:avLst/>
          </a:prstGeom>
          <a:noFill/>
        </p:spPr>
        <p:txBody>
          <a:bodyPr wrap="square" lIns="0" tIns="0" rIns="0" bIns="0" rtlCol="0">
            <a:noAutofit/>
          </a:bodyPr>
          <a:lstStyle/>
          <a:p>
            <a:r>
              <a:rPr lang="de-DE" sz="600"/>
              <a:t>0,60</a:t>
            </a:r>
          </a:p>
        </p:txBody>
      </p:sp>
      <p:sp>
        <p:nvSpPr>
          <p:cNvPr id="51" name="Textfeld 50">
            <a:extLst>
              <a:ext uri="{FF2B5EF4-FFF2-40B4-BE49-F238E27FC236}">
                <a16:creationId xmlns:a16="http://schemas.microsoft.com/office/drawing/2014/main" id="{D2CD30C3-8110-4792-957E-657FE79CE12D}"/>
              </a:ext>
            </a:extLst>
          </p:cNvPr>
          <p:cNvSpPr txBox="1"/>
          <p:nvPr/>
        </p:nvSpPr>
        <p:spPr>
          <a:xfrm>
            <a:off x="2975617" y="-211931"/>
            <a:ext cx="298449" cy="92333"/>
          </a:xfrm>
          <a:prstGeom prst="rect">
            <a:avLst/>
          </a:prstGeom>
          <a:noFill/>
        </p:spPr>
        <p:txBody>
          <a:bodyPr wrap="square" lIns="0" tIns="0" rIns="0" bIns="0" rtlCol="0">
            <a:noAutofit/>
          </a:bodyPr>
          <a:lstStyle/>
          <a:p>
            <a:r>
              <a:rPr lang="de-DE" sz="600"/>
              <a:t>8,80</a:t>
            </a:r>
          </a:p>
        </p:txBody>
      </p:sp>
      <p:sp>
        <p:nvSpPr>
          <p:cNvPr id="52" name="Textfeld 51">
            <a:extLst>
              <a:ext uri="{FF2B5EF4-FFF2-40B4-BE49-F238E27FC236}">
                <a16:creationId xmlns:a16="http://schemas.microsoft.com/office/drawing/2014/main" id="{DBBAAD94-D77B-4959-9685-0013AEDCEE45}"/>
              </a:ext>
            </a:extLst>
          </p:cNvPr>
          <p:cNvSpPr txBox="1"/>
          <p:nvPr/>
        </p:nvSpPr>
        <p:spPr>
          <a:xfrm>
            <a:off x="3407416" y="-211931"/>
            <a:ext cx="298449" cy="92333"/>
          </a:xfrm>
          <a:prstGeom prst="rect">
            <a:avLst/>
          </a:prstGeom>
          <a:noFill/>
        </p:spPr>
        <p:txBody>
          <a:bodyPr wrap="square" lIns="0" tIns="0" rIns="0" bIns="0" rtlCol="0">
            <a:noAutofit/>
          </a:bodyPr>
          <a:lstStyle/>
          <a:p>
            <a:r>
              <a:rPr lang="de-DE" sz="600"/>
              <a:t>7,61</a:t>
            </a:r>
          </a:p>
        </p:txBody>
      </p:sp>
      <p:sp>
        <p:nvSpPr>
          <p:cNvPr id="53" name="Textfeld 52">
            <a:extLst>
              <a:ext uri="{FF2B5EF4-FFF2-40B4-BE49-F238E27FC236}">
                <a16:creationId xmlns:a16="http://schemas.microsoft.com/office/drawing/2014/main" id="{A4D0489D-23B2-440A-8955-04F49F05A404}"/>
              </a:ext>
            </a:extLst>
          </p:cNvPr>
          <p:cNvSpPr txBox="1"/>
          <p:nvPr/>
        </p:nvSpPr>
        <p:spPr>
          <a:xfrm>
            <a:off x="5925190" y="-211931"/>
            <a:ext cx="298449" cy="92333"/>
          </a:xfrm>
          <a:prstGeom prst="rect">
            <a:avLst/>
          </a:prstGeom>
          <a:noFill/>
        </p:spPr>
        <p:txBody>
          <a:bodyPr wrap="square" lIns="0" tIns="0" rIns="0" bIns="0" rtlCol="0">
            <a:noAutofit/>
          </a:bodyPr>
          <a:lstStyle/>
          <a:p>
            <a:r>
              <a:rPr lang="de-DE" sz="600"/>
              <a:t>0,60</a:t>
            </a:r>
          </a:p>
        </p:txBody>
      </p:sp>
      <p:cxnSp>
        <p:nvCxnSpPr>
          <p:cNvPr id="54" name="Gerader Verbinder 53">
            <a:extLst>
              <a:ext uri="{FF2B5EF4-FFF2-40B4-BE49-F238E27FC236}">
                <a16:creationId xmlns:a16="http://schemas.microsoft.com/office/drawing/2014/main" id="{5F2B4357-9CC7-4778-B790-924FC938E6ED}"/>
              </a:ext>
            </a:extLst>
          </p:cNvPr>
          <p:cNvCxnSpPr/>
          <p:nvPr/>
        </p:nvCxnSpPr>
        <p:spPr>
          <a:xfrm flipV="1">
            <a:off x="88334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D3172D8B-36E7-46B4-916D-A4C57F2FFCA9}"/>
              </a:ext>
            </a:extLst>
          </p:cNvPr>
          <p:cNvCxnSpPr/>
          <p:nvPr/>
        </p:nvCxnSpPr>
        <p:spPr>
          <a:xfrm flipV="1">
            <a:off x="92589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feld 55">
            <a:extLst>
              <a:ext uri="{FF2B5EF4-FFF2-40B4-BE49-F238E27FC236}">
                <a16:creationId xmlns:a16="http://schemas.microsoft.com/office/drawing/2014/main" id="{C456474B-AF8C-40FE-8CB8-FF556FC3F4F3}"/>
              </a:ext>
            </a:extLst>
          </p:cNvPr>
          <p:cNvSpPr txBox="1"/>
          <p:nvPr/>
        </p:nvSpPr>
        <p:spPr>
          <a:xfrm>
            <a:off x="8881117" y="-211931"/>
            <a:ext cx="298449" cy="92333"/>
          </a:xfrm>
          <a:prstGeom prst="rect">
            <a:avLst/>
          </a:prstGeom>
          <a:noFill/>
        </p:spPr>
        <p:txBody>
          <a:bodyPr wrap="square" lIns="0" tIns="0" rIns="0" bIns="0" rtlCol="0">
            <a:noAutofit/>
          </a:bodyPr>
          <a:lstStyle/>
          <a:p>
            <a:r>
              <a:rPr lang="de-DE" sz="600"/>
              <a:t>7,61</a:t>
            </a:r>
          </a:p>
        </p:txBody>
      </p:sp>
      <p:sp>
        <p:nvSpPr>
          <p:cNvPr id="57" name="Textfeld 56">
            <a:extLst>
              <a:ext uri="{FF2B5EF4-FFF2-40B4-BE49-F238E27FC236}">
                <a16:creationId xmlns:a16="http://schemas.microsoft.com/office/drawing/2014/main" id="{DFB5D1D1-D027-4FB8-A559-472AB7E2DD80}"/>
              </a:ext>
            </a:extLst>
          </p:cNvPr>
          <p:cNvSpPr txBox="1"/>
          <p:nvPr/>
        </p:nvSpPr>
        <p:spPr>
          <a:xfrm>
            <a:off x="9306566" y="-211931"/>
            <a:ext cx="298449" cy="92333"/>
          </a:xfrm>
          <a:prstGeom prst="rect">
            <a:avLst/>
          </a:prstGeom>
          <a:noFill/>
        </p:spPr>
        <p:txBody>
          <a:bodyPr wrap="square" lIns="0" tIns="0" rIns="0" bIns="0" rtlCol="0">
            <a:noAutofit/>
          </a:bodyPr>
          <a:lstStyle/>
          <a:p>
            <a:r>
              <a:rPr lang="de-DE" sz="600"/>
              <a:t>8,80</a:t>
            </a:r>
          </a:p>
        </p:txBody>
      </p:sp>
      <p:sp>
        <p:nvSpPr>
          <p:cNvPr id="58" name="Content Placeholder 2">
            <a:extLst>
              <a:ext uri="{FF2B5EF4-FFF2-40B4-BE49-F238E27FC236}">
                <a16:creationId xmlns:a16="http://schemas.microsoft.com/office/drawing/2014/main" id="{85A90AB2-B78A-4256-8CCF-9CE4D685518C}"/>
              </a:ext>
            </a:extLst>
          </p:cNvPr>
          <p:cNvSpPr>
            <a:spLocks noGrp="1"/>
          </p:cNvSpPr>
          <p:nvPr>
            <p:ph idx="15"/>
          </p:nvPr>
        </p:nvSpPr>
        <p:spPr>
          <a:xfrm>
            <a:off x="406400" y="3073832"/>
            <a:ext cx="2520000" cy="3015562"/>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100" b="0">
                <a:solidFill>
                  <a:schemeClr val="accent5"/>
                </a:solidFill>
                <a:latin typeface="+mn-lt"/>
              </a:defRPr>
            </a:lvl2pPr>
            <a:lvl3pPr>
              <a:defRPr sz="11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59" name="Content Placeholder 2">
            <a:extLst>
              <a:ext uri="{FF2B5EF4-FFF2-40B4-BE49-F238E27FC236}">
                <a16:creationId xmlns:a16="http://schemas.microsoft.com/office/drawing/2014/main" id="{6C59E5CB-49E8-406F-9FB8-EE2DCC9BC715}"/>
              </a:ext>
            </a:extLst>
          </p:cNvPr>
          <p:cNvSpPr>
            <a:spLocks noGrp="1"/>
          </p:cNvSpPr>
          <p:nvPr>
            <p:ph idx="16"/>
          </p:nvPr>
        </p:nvSpPr>
        <p:spPr>
          <a:xfrm>
            <a:off x="3357560" y="3073832"/>
            <a:ext cx="2520000" cy="3015562"/>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100" b="0">
                <a:solidFill>
                  <a:schemeClr val="accent5"/>
                </a:solidFill>
                <a:latin typeface="+mn-lt"/>
              </a:defRPr>
            </a:lvl2pPr>
            <a:lvl3pPr>
              <a:defRPr sz="11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60" name="Content Placeholder 2">
            <a:extLst>
              <a:ext uri="{FF2B5EF4-FFF2-40B4-BE49-F238E27FC236}">
                <a16:creationId xmlns:a16="http://schemas.microsoft.com/office/drawing/2014/main" id="{B9795B59-364E-47A6-8872-AEC82EC6BA4E}"/>
              </a:ext>
            </a:extLst>
          </p:cNvPr>
          <p:cNvSpPr>
            <a:spLocks noGrp="1"/>
          </p:cNvSpPr>
          <p:nvPr>
            <p:ph idx="17"/>
          </p:nvPr>
        </p:nvSpPr>
        <p:spPr>
          <a:xfrm>
            <a:off x="6312373" y="3073832"/>
            <a:ext cx="2520000" cy="3015562"/>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100" b="0">
                <a:solidFill>
                  <a:schemeClr val="accent5"/>
                </a:solidFill>
                <a:latin typeface="+mn-lt"/>
              </a:defRPr>
            </a:lvl2pPr>
            <a:lvl3pPr>
              <a:defRPr sz="11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61" name="Content Placeholder 2">
            <a:extLst>
              <a:ext uri="{FF2B5EF4-FFF2-40B4-BE49-F238E27FC236}">
                <a16:creationId xmlns:a16="http://schemas.microsoft.com/office/drawing/2014/main" id="{A4D0AF55-4C72-4F7E-814B-B4E4DC1A0AC3}"/>
              </a:ext>
            </a:extLst>
          </p:cNvPr>
          <p:cNvSpPr>
            <a:spLocks noGrp="1"/>
          </p:cNvSpPr>
          <p:nvPr>
            <p:ph idx="18"/>
          </p:nvPr>
        </p:nvSpPr>
        <p:spPr>
          <a:xfrm>
            <a:off x="9265360" y="3073832"/>
            <a:ext cx="2520000" cy="3015562"/>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100" b="0">
                <a:solidFill>
                  <a:schemeClr val="accent5"/>
                </a:solidFill>
                <a:latin typeface="+mn-lt"/>
              </a:defRPr>
            </a:lvl2pPr>
            <a:lvl3pPr>
              <a:defRPr sz="11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cxnSp>
        <p:nvCxnSpPr>
          <p:cNvPr id="30" name="Gerader Verbinder 29">
            <a:extLst>
              <a:ext uri="{FF2B5EF4-FFF2-40B4-BE49-F238E27FC236}">
                <a16:creationId xmlns:a16="http://schemas.microsoft.com/office/drawing/2014/main" id="{F1B0C756-BD82-49FF-9A2C-A8A9B048E859}"/>
              </a:ext>
            </a:extLst>
          </p:cNvPr>
          <p:cNvCxnSpPr/>
          <p:nvPr userDrawn="1"/>
        </p:nvCxnSpPr>
        <p:spPr>
          <a:xfrm flipV="1">
            <a:off x="88334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F32B280A-648C-40BF-AFC6-269335D157E8}"/>
              </a:ext>
            </a:extLst>
          </p:cNvPr>
          <p:cNvCxnSpPr/>
          <p:nvPr userDrawn="1"/>
        </p:nvCxnSpPr>
        <p:spPr>
          <a:xfrm flipV="1">
            <a:off x="92589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3" name="Datumsplatzhalter 2">
            <a:extLst>
              <a:ext uri="{FF2B5EF4-FFF2-40B4-BE49-F238E27FC236}">
                <a16:creationId xmlns:a16="http://schemas.microsoft.com/office/drawing/2014/main" id="{038103AD-A48A-4767-9A55-C5FA65380F87}"/>
              </a:ext>
            </a:extLst>
          </p:cNvPr>
          <p:cNvSpPr>
            <a:spLocks noGrp="1"/>
          </p:cNvSpPr>
          <p:nvPr>
            <p:ph type="dt" sz="half" idx="19"/>
          </p:nvPr>
        </p:nvSpPr>
        <p:spPr/>
        <p:txBody>
          <a:bodyPr/>
          <a:lstStyle/>
          <a:p>
            <a:fld id="{CFC837FE-7B03-4D32-AA95-5D08220680AA}" type="datetime1">
              <a:rPr lang="de-DE" smtClean="0"/>
              <a:t>15.10.2026</a:t>
            </a:fld>
            <a:endParaRPr lang="de-DE"/>
          </a:p>
        </p:txBody>
      </p:sp>
      <p:sp>
        <p:nvSpPr>
          <p:cNvPr id="5" name="Foliennummernplatzhalter 4">
            <a:extLst>
              <a:ext uri="{FF2B5EF4-FFF2-40B4-BE49-F238E27FC236}">
                <a16:creationId xmlns:a16="http://schemas.microsoft.com/office/drawing/2014/main" id="{D0CF3078-45BF-484D-BBA4-46D1AEF8F285}"/>
              </a:ext>
            </a:extLst>
          </p:cNvPr>
          <p:cNvSpPr>
            <a:spLocks noGrp="1"/>
          </p:cNvSpPr>
          <p:nvPr>
            <p:ph type="sldNum" sz="quarter" idx="20"/>
          </p:nvPr>
        </p:nvSpPr>
        <p:spPr/>
        <p:txBody>
          <a:bodyPr/>
          <a:lstStyle/>
          <a:p>
            <a:fld id="{2EA6AC58-99FC-40D1-8A10-4777F7BB7286}" type="slidenum">
              <a:rPr lang="de-DE" smtClean="0"/>
              <a:pPr/>
              <a:t>‹Nr.›</a:t>
            </a:fld>
            <a:endParaRPr lang="de-DE"/>
          </a:p>
        </p:txBody>
      </p:sp>
      <p:sp>
        <p:nvSpPr>
          <p:cNvPr id="25" name="Textplatzhalter 8">
            <a:extLst>
              <a:ext uri="{FF2B5EF4-FFF2-40B4-BE49-F238E27FC236}">
                <a16:creationId xmlns:a16="http://schemas.microsoft.com/office/drawing/2014/main" id="{18C995AC-AD1F-4090-8F8D-4DB71CA8A2A4}"/>
              </a:ext>
            </a:extLst>
          </p:cNvPr>
          <p:cNvSpPr>
            <a:spLocks noGrp="1"/>
          </p:cNvSpPr>
          <p:nvPr>
            <p:ph type="body" sz="quarter" idx="21"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cxnSp>
        <p:nvCxnSpPr>
          <p:cNvPr id="28" name="Gerader Verbinder 27">
            <a:extLst>
              <a:ext uri="{FF2B5EF4-FFF2-40B4-BE49-F238E27FC236}">
                <a16:creationId xmlns:a16="http://schemas.microsoft.com/office/drawing/2014/main" id="{611A8345-C296-40FE-BC80-EAB24D976F4C}"/>
              </a:ext>
            </a:extLst>
          </p:cNvPr>
          <p:cNvCxnSpPr/>
          <p:nvPr userDrawn="1"/>
        </p:nvCxnSpPr>
        <p:spPr>
          <a:xfrm flipH="1">
            <a:off x="-304797" y="148590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AE92B18-D16F-4E6B-A272-768C366128F8}"/>
              </a:ext>
            </a:extLst>
          </p:cNvPr>
          <p:cNvSpPr txBox="1"/>
          <p:nvPr userDrawn="1"/>
        </p:nvSpPr>
        <p:spPr>
          <a:xfrm>
            <a:off x="-285748" y="1519245"/>
            <a:ext cx="260349" cy="92333"/>
          </a:xfrm>
          <a:prstGeom prst="rect">
            <a:avLst/>
          </a:prstGeom>
          <a:noFill/>
        </p:spPr>
        <p:txBody>
          <a:bodyPr wrap="square" lIns="0" tIns="0" rIns="0" bIns="0" rtlCol="0">
            <a:noAutofit/>
          </a:bodyPr>
          <a:lstStyle/>
          <a:p>
            <a:r>
              <a:rPr lang="de-DE" sz="600"/>
              <a:t>5,40</a:t>
            </a:r>
          </a:p>
        </p:txBody>
      </p:sp>
      <p:sp>
        <p:nvSpPr>
          <p:cNvPr id="2" name="Fußzeilenplatzhalter 1">
            <a:extLst>
              <a:ext uri="{FF2B5EF4-FFF2-40B4-BE49-F238E27FC236}">
                <a16:creationId xmlns:a16="http://schemas.microsoft.com/office/drawing/2014/main" id="{BB996CC1-8E32-F939-2C5E-E9448A614072}"/>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1649170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2115">
          <p15:clr>
            <a:srgbClr val="FBAE40"/>
          </p15:clr>
        </p15:guide>
        <p15:guide id="6" pos="3705">
          <p15:clr>
            <a:srgbClr val="FBAE40"/>
          </p15:clr>
        </p15:guide>
        <p15:guide id="7" pos="3975">
          <p15:clr>
            <a:srgbClr val="FBAE40"/>
          </p15:clr>
        </p15:guide>
        <p15:guide id="10" pos="1844">
          <p15:clr>
            <a:srgbClr val="FBAE40"/>
          </p15:clr>
        </p15:guide>
        <p15:guide id="11" pos="5565">
          <p15:clr>
            <a:srgbClr val="FBAE40"/>
          </p15:clr>
        </p15:guide>
        <p15:guide id="12" pos="583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0_TEXT &amp; BILD (Subline)">
    <p:spTree>
      <p:nvGrpSpPr>
        <p:cNvPr id="1" name=""/>
        <p:cNvGrpSpPr/>
        <p:nvPr/>
      </p:nvGrpSpPr>
      <p:grpSpPr>
        <a:xfrm>
          <a:off x="0" y="0"/>
          <a:ext cx="0" cy="0"/>
          <a:chOff x="0" y="0"/>
          <a:chExt cx="0" cy="0"/>
        </a:xfrm>
      </p:grpSpPr>
      <p:sp>
        <p:nvSpPr>
          <p:cNvPr id="29" name="Bildplatzhalter 4">
            <a:extLst>
              <a:ext uri="{FF2B5EF4-FFF2-40B4-BE49-F238E27FC236}">
                <a16:creationId xmlns:a16="http://schemas.microsoft.com/office/drawing/2014/main" id="{E5648B1B-350F-4D71-BA77-8B10F843CEBF}"/>
              </a:ext>
            </a:extLst>
          </p:cNvPr>
          <p:cNvSpPr>
            <a:spLocks noGrp="1"/>
          </p:cNvSpPr>
          <p:nvPr>
            <p:ph type="pic" sz="quarter" idx="22" hasCustomPrompt="1"/>
          </p:nvPr>
        </p:nvSpPr>
        <p:spPr>
          <a:xfrm>
            <a:off x="406399" y="1485904"/>
            <a:ext cx="2926640" cy="141750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sp>
        <p:nvSpPr>
          <p:cNvPr id="33" name="Bildplatzhalter 4">
            <a:extLst>
              <a:ext uri="{FF2B5EF4-FFF2-40B4-BE49-F238E27FC236}">
                <a16:creationId xmlns:a16="http://schemas.microsoft.com/office/drawing/2014/main" id="{F2D7602C-0A5C-4C49-A4AD-B72E87B91DBD}"/>
              </a:ext>
            </a:extLst>
          </p:cNvPr>
          <p:cNvSpPr>
            <a:spLocks noGrp="1"/>
          </p:cNvSpPr>
          <p:nvPr>
            <p:ph type="pic" sz="quarter" idx="23" hasCustomPrompt="1"/>
          </p:nvPr>
        </p:nvSpPr>
        <p:spPr>
          <a:xfrm>
            <a:off x="3357560" y="1485904"/>
            <a:ext cx="2926640" cy="141750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sp>
        <p:nvSpPr>
          <p:cNvPr id="34" name="Bildplatzhalter 4">
            <a:extLst>
              <a:ext uri="{FF2B5EF4-FFF2-40B4-BE49-F238E27FC236}">
                <a16:creationId xmlns:a16="http://schemas.microsoft.com/office/drawing/2014/main" id="{586AEB8D-209A-48F8-8F5F-ED1724A6107F}"/>
              </a:ext>
            </a:extLst>
          </p:cNvPr>
          <p:cNvSpPr>
            <a:spLocks noGrp="1"/>
          </p:cNvSpPr>
          <p:nvPr>
            <p:ph type="pic" sz="quarter" idx="24" hasCustomPrompt="1"/>
          </p:nvPr>
        </p:nvSpPr>
        <p:spPr>
          <a:xfrm>
            <a:off x="6312373" y="1485904"/>
            <a:ext cx="2926640" cy="141750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sp>
        <p:nvSpPr>
          <p:cNvPr id="35" name="Bildplatzhalter 4">
            <a:extLst>
              <a:ext uri="{FF2B5EF4-FFF2-40B4-BE49-F238E27FC236}">
                <a16:creationId xmlns:a16="http://schemas.microsoft.com/office/drawing/2014/main" id="{91C6D65C-D9EF-46E9-8F43-677F7B654AD3}"/>
              </a:ext>
            </a:extLst>
          </p:cNvPr>
          <p:cNvSpPr>
            <a:spLocks noGrp="1"/>
          </p:cNvSpPr>
          <p:nvPr>
            <p:ph type="pic" sz="quarter" idx="25" hasCustomPrompt="1"/>
          </p:nvPr>
        </p:nvSpPr>
        <p:spPr>
          <a:xfrm>
            <a:off x="9265360" y="1485904"/>
            <a:ext cx="2926640" cy="141750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cxnSp>
        <p:nvCxnSpPr>
          <p:cNvPr id="20" name="Gerader Verbinder 19">
            <a:extLst>
              <a:ext uri="{FF2B5EF4-FFF2-40B4-BE49-F238E27FC236}">
                <a16:creationId xmlns:a16="http://schemas.microsoft.com/office/drawing/2014/main" id="{8FDB4C41-1C32-44DC-A4B8-C89938143C59}"/>
              </a:ext>
            </a:extLst>
          </p:cNvPr>
          <p:cNvCxnSpPr/>
          <p:nvPr/>
        </p:nvCxnSpPr>
        <p:spPr>
          <a:xfrm flipV="1">
            <a:off x="29279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EBAC2A6D-015C-494D-92BD-B4FD8F5FA29B}"/>
              </a:ext>
            </a:extLst>
          </p:cNvPr>
          <p:cNvCxnSpPr/>
          <p:nvPr/>
        </p:nvCxnSpPr>
        <p:spPr>
          <a:xfrm flipV="1">
            <a:off x="3359785"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78E0C73D-6D5C-42EC-AA93-EC6597BF3B10}"/>
              </a:ext>
            </a:extLst>
          </p:cNvPr>
          <p:cNvCxnSpPr/>
          <p:nvPr/>
        </p:nvCxnSpPr>
        <p:spPr>
          <a:xfrm flipV="1">
            <a:off x="5877560"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31F89B14-020D-40CB-A9F1-8E13CB8484AF}"/>
              </a:ext>
            </a:extLst>
          </p:cNvPr>
          <p:cNvCxnSpPr/>
          <p:nvPr/>
        </p:nvCxnSpPr>
        <p:spPr>
          <a:xfrm flipV="1">
            <a:off x="6312533" y="-212048"/>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feld 26">
            <a:extLst>
              <a:ext uri="{FF2B5EF4-FFF2-40B4-BE49-F238E27FC236}">
                <a16:creationId xmlns:a16="http://schemas.microsoft.com/office/drawing/2014/main" id="{0D1229B9-A284-4241-8204-FE6B33F077BA}"/>
              </a:ext>
            </a:extLst>
          </p:cNvPr>
          <p:cNvSpPr txBox="1"/>
          <p:nvPr userDrawn="1"/>
        </p:nvSpPr>
        <p:spPr>
          <a:xfrm>
            <a:off x="6360162" y="-197643"/>
            <a:ext cx="298449" cy="92333"/>
          </a:xfrm>
          <a:prstGeom prst="rect">
            <a:avLst/>
          </a:prstGeom>
          <a:noFill/>
        </p:spPr>
        <p:txBody>
          <a:bodyPr wrap="square" lIns="0" tIns="0" rIns="0" bIns="0" rtlCol="0">
            <a:noAutofit/>
          </a:bodyPr>
          <a:lstStyle/>
          <a:p>
            <a:r>
              <a:rPr lang="de-DE" sz="600"/>
              <a:t>0,60</a:t>
            </a:r>
          </a:p>
        </p:txBody>
      </p:sp>
      <p:sp>
        <p:nvSpPr>
          <p:cNvPr id="51" name="Textfeld 50">
            <a:extLst>
              <a:ext uri="{FF2B5EF4-FFF2-40B4-BE49-F238E27FC236}">
                <a16:creationId xmlns:a16="http://schemas.microsoft.com/office/drawing/2014/main" id="{D2CD30C3-8110-4792-957E-657FE79CE12D}"/>
              </a:ext>
            </a:extLst>
          </p:cNvPr>
          <p:cNvSpPr txBox="1"/>
          <p:nvPr/>
        </p:nvSpPr>
        <p:spPr>
          <a:xfrm>
            <a:off x="2975617" y="-211931"/>
            <a:ext cx="298449" cy="92333"/>
          </a:xfrm>
          <a:prstGeom prst="rect">
            <a:avLst/>
          </a:prstGeom>
          <a:noFill/>
        </p:spPr>
        <p:txBody>
          <a:bodyPr wrap="square" lIns="0" tIns="0" rIns="0" bIns="0" rtlCol="0">
            <a:noAutofit/>
          </a:bodyPr>
          <a:lstStyle/>
          <a:p>
            <a:r>
              <a:rPr lang="de-DE" sz="600"/>
              <a:t>8,80</a:t>
            </a:r>
          </a:p>
        </p:txBody>
      </p:sp>
      <p:sp>
        <p:nvSpPr>
          <p:cNvPr id="52" name="Textfeld 51">
            <a:extLst>
              <a:ext uri="{FF2B5EF4-FFF2-40B4-BE49-F238E27FC236}">
                <a16:creationId xmlns:a16="http://schemas.microsoft.com/office/drawing/2014/main" id="{DBBAAD94-D77B-4959-9685-0013AEDCEE45}"/>
              </a:ext>
            </a:extLst>
          </p:cNvPr>
          <p:cNvSpPr txBox="1"/>
          <p:nvPr/>
        </p:nvSpPr>
        <p:spPr>
          <a:xfrm>
            <a:off x="3407416" y="-211931"/>
            <a:ext cx="298449" cy="92333"/>
          </a:xfrm>
          <a:prstGeom prst="rect">
            <a:avLst/>
          </a:prstGeom>
          <a:noFill/>
        </p:spPr>
        <p:txBody>
          <a:bodyPr wrap="square" lIns="0" tIns="0" rIns="0" bIns="0" rtlCol="0">
            <a:noAutofit/>
          </a:bodyPr>
          <a:lstStyle/>
          <a:p>
            <a:r>
              <a:rPr lang="de-DE" sz="600"/>
              <a:t>7,61</a:t>
            </a:r>
          </a:p>
        </p:txBody>
      </p:sp>
      <p:sp>
        <p:nvSpPr>
          <p:cNvPr id="53" name="Textfeld 52">
            <a:extLst>
              <a:ext uri="{FF2B5EF4-FFF2-40B4-BE49-F238E27FC236}">
                <a16:creationId xmlns:a16="http://schemas.microsoft.com/office/drawing/2014/main" id="{A4D0489D-23B2-440A-8955-04F49F05A404}"/>
              </a:ext>
            </a:extLst>
          </p:cNvPr>
          <p:cNvSpPr txBox="1"/>
          <p:nvPr/>
        </p:nvSpPr>
        <p:spPr>
          <a:xfrm>
            <a:off x="5925190" y="-211931"/>
            <a:ext cx="298449" cy="92333"/>
          </a:xfrm>
          <a:prstGeom prst="rect">
            <a:avLst/>
          </a:prstGeom>
          <a:noFill/>
        </p:spPr>
        <p:txBody>
          <a:bodyPr wrap="square" lIns="0" tIns="0" rIns="0" bIns="0" rtlCol="0">
            <a:noAutofit/>
          </a:bodyPr>
          <a:lstStyle/>
          <a:p>
            <a:r>
              <a:rPr lang="de-DE" sz="600"/>
              <a:t>0,60</a:t>
            </a:r>
          </a:p>
        </p:txBody>
      </p:sp>
      <p:cxnSp>
        <p:nvCxnSpPr>
          <p:cNvPr id="54" name="Gerader Verbinder 53">
            <a:extLst>
              <a:ext uri="{FF2B5EF4-FFF2-40B4-BE49-F238E27FC236}">
                <a16:creationId xmlns:a16="http://schemas.microsoft.com/office/drawing/2014/main" id="{5F2B4357-9CC7-4778-B790-924FC938E6ED}"/>
              </a:ext>
            </a:extLst>
          </p:cNvPr>
          <p:cNvCxnSpPr/>
          <p:nvPr/>
        </p:nvCxnSpPr>
        <p:spPr>
          <a:xfrm flipV="1">
            <a:off x="88334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D3172D8B-36E7-46B4-916D-A4C57F2FFCA9}"/>
              </a:ext>
            </a:extLst>
          </p:cNvPr>
          <p:cNvCxnSpPr/>
          <p:nvPr/>
        </p:nvCxnSpPr>
        <p:spPr>
          <a:xfrm flipV="1">
            <a:off x="92589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feld 55">
            <a:extLst>
              <a:ext uri="{FF2B5EF4-FFF2-40B4-BE49-F238E27FC236}">
                <a16:creationId xmlns:a16="http://schemas.microsoft.com/office/drawing/2014/main" id="{C456474B-AF8C-40FE-8CB8-FF556FC3F4F3}"/>
              </a:ext>
            </a:extLst>
          </p:cNvPr>
          <p:cNvSpPr txBox="1"/>
          <p:nvPr/>
        </p:nvSpPr>
        <p:spPr>
          <a:xfrm>
            <a:off x="8881117" y="-211931"/>
            <a:ext cx="298449" cy="92333"/>
          </a:xfrm>
          <a:prstGeom prst="rect">
            <a:avLst/>
          </a:prstGeom>
          <a:noFill/>
        </p:spPr>
        <p:txBody>
          <a:bodyPr wrap="square" lIns="0" tIns="0" rIns="0" bIns="0" rtlCol="0">
            <a:noAutofit/>
          </a:bodyPr>
          <a:lstStyle/>
          <a:p>
            <a:r>
              <a:rPr lang="de-DE" sz="600"/>
              <a:t>7,61</a:t>
            </a:r>
          </a:p>
        </p:txBody>
      </p:sp>
      <p:sp>
        <p:nvSpPr>
          <p:cNvPr id="57" name="Textfeld 56">
            <a:extLst>
              <a:ext uri="{FF2B5EF4-FFF2-40B4-BE49-F238E27FC236}">
                <a16:creationId xmlns:a16="http://schemas.microsoft.com/office/drawing/2014/main" id="{DFB5D1D1-D027-4FB8-A559-472AB7E2DD80}"/>
              </a:ext>
            </a:extLst>
          </p:cNvPr>
          <p:cNvSpPr txBox="1"/>
          <p:nvPr/>
        </p:nvSpPr>
        <p:spPr>
          <a:xfrm>
            <a:off x="9306566" y="-211931"/>
            <a:ext cx="298449" cy="92333"/>
          </a:xfrm>
          <a:prstGeom prst="rect">
            <a:avLst/>
          </a:prstGeom>
          <a:noFill/>
        </p:spPr>
        <p:txBody>
          <a:bodyPr wrap="square" lIns="0" tIns="0" rIns="0" bIns="0" rtlCol="0">
            <a:noAutofit/>
          </a:bodyPr>
          <a:lstStyle/>
          <a:p>
            <a:r>
              <a:rPr lang="de-DE" sz="600"/>
              <a:t>8,80</a:t>
            </a:r>
          </a:p>
        </p:txBody>
      </p:sp>
      <p:sp>
        <p:nvSpPr>
          <p:cNvPr id="58" name="Content Placeholder 2">
            <a:extLst>
              <a:ext uri="{FF2B5EF4-FFF2-40B4-BE49-F238E27FC236}">
                <a16:creationId xmlns:a16="http://schemas.microsoft.com/office/drawing/2014/main" id="{85A90AB2-B78A-4256-8CCF-9CE4D685518C}"/>
              </a:ext>
            </a:extLst>
          </p:cNvPr>
          <p:cNvSpPr>
            <a:spLocks noGrp="1"/>
          </p:cNvSpPr>
          <p:nvPr>
            <p:ph idx="15"/>
          </p:nvPr>
        </p:nvSpPr>
        <p:spPr>
          <a:xfrm>
            <a:off x="406400" y="3483908"/>
            <a:ext cx="2520000" cy="2605486"/>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100" b="0">
                <a:solidFill>
                  <a:schemeClr val="accent5"/>
                </a:solidFill>
                <a:latin typeface="+mn-lt"/>
              </a:defRPr>
            </a:lvl2pPr>
            <a:lvl3pPr>
              <a:defRPr sz="11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59" name="Content Placeholder 2">
            <a:extLst>
              <a:ext uri="{FF2B5EF4-FFF2-40B4-BE49-F238E27FC236}">
                <a16:creationId xmlns:a16="http://schemas.microsoft.com/office/drawing/2014/main" id="{6C59E5CB-49E8-406F-9FB8-EE2DCC9BC715}"/>
              </a:ext>
            </a:extLst>
          </p:cNvPr>
          <p:cNvSpPr>
            <a:spLocks noGrp="1"/>
          </p:cNvSpPr>
          <p:nvPr>
            <p:ph idx="16"/>
          </p:nvPr>
        </p:nvSpPr>
        <p:spPr>
          <a:xfrm>
            <a:off x="3357560" y="3483908"/>
            <a:ext cx="2520000" cy="2605486"/>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100" b="0">
                <a:solidFill>
                  <a:schemeClr val="accent5"/>
                </a:solidFill>
                <a:latin typeface="+mn-lt"/>
              </a:defRPr>
            </a:lvl2pPr>
            <a:lvl3pPr>
              <a:defRPr sz="11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60" name="Content Placeholder 2">
            <a:extLst>
              <a:ext uri="{FF2B5EF4-FFF2-40B4-BE49-F238E27FC236}">
                <a16:creationId xmlns:a16="http://schemas.microsoft.com/office/drawing/2014/main" id="{B9795B59-364E-47A6-8872-AEC82EC6BA4E}"/>
              </a:ext>
            </a:extLst>
          </p:cNvPr>
          <p:cNvSpPr>
            <a:spLocks noGrp="1"/>
          </p:cNvSpPr>
          <p:nvPr>
            <p:ph idx="17"/>
          </p:nvPr>
        </p:nvSpPr>
        <p:spPr>
          <a:xfrm>
            <a:off x="6312373" y="3483908"/>
            <a:ext cx="2520000" cy="2605486"/>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100" b="0">
                <a:solidFill>
                  <a:schemeClr val="accent5"/>
                </a:solidFill>
                <a:latin typeface="+mn-lt"/>
              </a:defRPr>
            </a:lvl2pPr>
            <a:lvl3pPr>
              <a:defRPr sz="11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61" name="Content Placeholder 2">
            <a:extLst>
              <a:ext uri="{FF2B5EF4-FFF2-40B4-BE49-F238E27FC236}">
                <a16:creationId xmlns:a16="http://schemas.microsoft.com/office/drawing/2014/main" id="{A4D0AF55-4C72-4F7E-814B-B4E4DC1A0AC3}"/>
              </a:ext>
            </a:extLst>
          </p:cNvPr>
          <p:cNvSpPr>
            <a:spLocks noGrp="1"/>
          </p:cNvSpPr>
          <p:nvPr>
            <p:ph idx="18"/>
          </p:nvPr>
        </p:nvSpPr>
        <p:spPr>
          <a:xfrm>
            <a:off x="9265360" y="3483908"/>
            <a:ext cx="2520000" cy="2605486"/>
          </a:xfrm>
        </p:spPr>
        <p:txBody>
          <a:bodyPr/>
          <a:lstStyle>
            <a:lvl1pPr marL="0" indent="0">
              <a:buNone/>
              <a:defRPr sz="1100" b="0">
                <a:solidFill>
                  <a:schemeClr val="accent5"/>
                </a:solidFill>
                <a:latin typeface="+mn-lt"/>
              </a:defRPr>
            </a:lvl1pPr>
            <a:lvl2pPr marL="179996" indent="-179996">
              <a:buFont typeface="Arial" panose="020B0604020202020204" pitchFamily="34" charset="0"/>
              <a:buChar char="•"/>
              <a:defRPr sz="1100" b="0">
                <a:solidFill>
                  <a:schemeClr val="accent5"/>
                </a:solidFill>
                <a:latin typeface="+mn-lt"/>
              </a:defRPr>
            </a:lvl2pPr>
            <a:lvl3pPr>
              <a:defRPr sz="11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cxnSp>
        <p:nvCxnSpPr>
          <p:cNvPr id="30" name="Gerader Verbinder 29">
            <a:extLst>
              <a:ext uri="{FF2B5EF4-FFF2-40B4-BE49-F238E27FC236}">
                <a16:creationId xmlns:a16="http://schemas.microsoft.com/office/drawing/2014/main" id="{F1B0C756-BD82-49FF-9A2C-A8A9B048E859}"/>
              </a:ext>
            </a:extLst>
          </p:cNvPr>
          <p:cNvCxnSpPr/>
          <p:nvPr userDrawn="1"/>
        </p:nvCxnSpPr>
        <p:spPr>
          <a:xfrm flipV="1">
            <a:off x="88334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F32B280A-648C-40BF-AFC6-269335D157E8}"/>
              </a:ext>
            </a:extLst>
          </p:cNvPr>
          <p:cNvCxnSpPr/>
          <p:nvPr userDrawn="1"/>
        </p:nvCxnSpPr>
        <p:spPr>
          <a:xfrm flipV="1">
            <a:off x="92589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3" name="Datumsplatzhalter 2">
            <a:extLst>
              <a:ext uri="{FF2B5EF4-FFF2-40B4-BE49-F238E27FC236}">
                <a16:creationId xmlns:a16="http://schemas.microsoft.com/office/drawing/2014/main" id="{038103AD-A48A-4767-9A55-C5FA65380F87}"/>
              </a:ext>
            </a:extLst>
          </p:cNvPr>
          <p:cNvSpPr>
            <a:spLocks noGrp="1"/>
          </p:cNvSpPr>
          <p:nvPr>
            <p:ph type="dt" sz="half" idx="19"/>
          </p:nvPr>
        </p:nvSpPr>
        <p:spPr/>
        <p:txBody>
          <a:bodyPr/>
          <a:lstStyle/>
          <a:p>
            <a:fld id="{3CA43B50-BA53-4FC0-97F1-0A7CBD9B3350}" type="datetime1">
              <a:rPr lang="de-DE" smtClean="0"/>
              <a:t>15.10.2026</a:t>
            </a:fld>
            <a:endParaRPr lang="de-DE"/>
          </a:p>
        </p:txBody>
      </p:sp>
      <p:sp>
        <p:nvSpPr>
          <p:cNvPr id="5" name="Foliennummernplatzhalter 4">
            <a:extLst>
              <a:ext uri="{FF2B5EF4-FFF2-40B4-BE49-F238E27FC236}">
                <a16:creationId xmlns:a16="http://schemas.microsoft.com/office/drawing/2014/main" id="{D0CF3078-45BF-484D-BBA4-46D1AEF8F285}"/>
              </a:ext>
            </a:extLst>
          </p:cNvPr>
          <p:cNvSpPr>
            <a:spLocks noGrp="1"/>
          </p:cNvSpPr>
          <p:nvPr>
            <p:ph type="sldNum" sz="quarter" idx="20"/>
          </p:nvPr>
        </p:nvSpPr>
        <p:spPr/>
        <p:txBody>
          <a:bodyPr/>
          <a:lstStyle/>
          <a:p>
            <a:fld id="{2EA6AC58-99FC-40D1-8A10-4777F7BB7286}" type="slidenum">
              <a:rPr lang="de-DE" smtClean="0"/>
              <a:pPr/>
              <a:t>‹Nr.›</a:t>
            </a:fld>
            <a:endParaRPr lang="de-DE"/>
          </a:p>
        </p:txBody>
      </p:sp>
      <p:sp>
        <p:nvSpPr>
          <p:cNvPr id="25" name="Textplatzhalter 8">
            <a:extLst>
              <a:ext uri="{FF2B5EF4-FFF2-40B4-BE49-F238E27FC236}">
                <a16:creationId xmlns:a16="http://schemas.microsoft.com/office/drawing/2014/main" id="{18C995AC-AD1F-4090-8F8D-4DB71CA8A2A4}"/>
              </a:ext>
            </a:extLst>
          </p:cNvPr>
          <p:cNvSpPr>
            <a:spLocks noGrp="1"/>
          </p:cNvSpPr>
          <p:nvPr>
            <p:ph type="body" sz="quarter" idx="21"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cxnSp>
        <p:nvCxnSpPr>
          <p:cNvPr id="28" name="Gerader Verbinder 27">
            <a:extLst>
              <a:ext uri="{FF2B5EF4-FFF2-40B4-BE49-F238E27FC236}">
                <a16:creationId xmlns:a16="http://schemas.microsoft.com/office/drawing/2014/main" id="{611A8345-C296-40FE-BC80-EAB24D976F4C}"/>
              </a:ext>
            </a:extLst>
          </p:cNvPr>
          <p:cNvCxnSpPr/>
          <p:nvPr userDrawn="1"/>
        </p:nvCxnSpPr>
        <p:spPr>
          <a:xfrm flipH="1">
            <a:off x="-304797" y="148590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AE92B18-D16F-4E6B-A272-768C366128F8}"/>
              </a:ext>
            </a:extLst>
          </p:cNvPr>
          <p:cNvSpPr txBox="1"/>
          <p:nvPr userDrawn="1"/>
        </p:nvSpPr>
        <p:spPr>
          <a:xfrm>
            <a:off x="-285748" y="1519245"/>
            <a:ext cx="260349" cy="92333"/>
          </a:xfrm>
          <a:prstGeom prst="rect">
            <a:avLst/>
          </a:prstGeom>
          <a:noFill/>
        </p:spPr>
        <p:txBody>
          <a:bodyPr wrap="square" lIns="0" tIns="0" rIns="0" bIns="0" rtlCol="0">
            <a:noAutofit/>
          </a:bodyPr>
          <a:lstStyle/>
          <a:p>
            <a:r>
              <a:rPr lang="de-DE" sz="600"/>
              <a:t>5,40</a:t>
            </a:r>
          </a:p>
        </p:txBody>
      </p:sp>
      <p:cxnSp>
        <p:nvCxnSpPr>
          <p:cNvPr id="47" name="Gerader Verbinder 46">
            <a:extLst>
              <a:ext uri="{FF2B5EF4-FFF2-40B4-BE49-F238E27FC236}">
                <a16:creationId xmlns:a16="http://schemas.microsoft.com/office/drawing/2014/main" id="{E97625A4-5A3B-423C-AE9C-B9A2B1EA46F4}"/>
              </a:ext>
            </a:extLst>
          </p:cNvPr>
          <p:cNvCxnSpPr>
            <a:cxnSpLocks/>
          </p:cNvCxnSpPr>
          <p:nvPr userDrawn="1"/>
        </p:nvCxnSpPr>
        <p:spPr>
          <a:xfrm>
            <a:off x="412823" y="3374092"/>
            <a:ext cx="252000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48" name="Textplatzhalter 2">
            <a:extLst>
              <a:ext uri="{FF2B5EF4-FFF2-40B4-BE49-F238E27FC236}">
                <a16:creationId xmlns:a16="http://schemas.microsoft.com/office/drawing/2014/main" id="{D43FC934-1358-4214-8DBE-F04EDE2736F0}"/>
              </a:ext>
            </a:extLst>
          </p:cNvPr>
          <p:cNvSpPr>
            <a:spLocks noGrp="1"/>
          </p:cNvSpPr>
          <p:nvPr>
            <p:ph type="body" sz="quarter" idx="37" hasCustomPrompt="1"/>
          </p:nvPr>
        </p:nvSpPr>
        <p:spPr>
          <a:xfrm>
            <a:off x="406399" y="3073832"/>
            <a:ext cx="2526424"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49" name="Gerader Verbinder 48">
            <a:extLst>
              <a:ext uri="{FF2B5EF4-FFF2-40B4-BE49-F238E27FC236}">
                <a16:creationId xmlns:a16="http://schemas.microsoft.com/office/drawing/2014/main" id="{24DA3D94-0F22-44E8-919B-A48037FC3F2D}"/>
              </a:ext>
            </a:extLst>
          </p:cNvPr>
          <p:cNvCxnSpPr>
            <a:cxnSpLocks/>
          </p:cNvCxnSpPr>
          <p:nvPr userDrawn="1"/>
        </p:nvCxnSpPr>
        <p:spPr>
          <a:xfrm>
            <a:off x="3357560" y="3374092"/>
            <a:ext cx="252000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50" name="Textplatzhalter 2">
            <a:extLst>
              <a:ext uri="{FF2B5EF4-FFF2-40B4-BE49-F238E27FC236}">
                <a16:creationId xmlns:a16="http://schemas.microsoft.com/office/drawing/2014/main" id="{94E8DEF1-2753-487D-B471-35AAD202B29B}"/>
              </a:ext>
            </a:extLst>
          </p:cNvPr>
          <p:cNvSpPr>
            <a:spLocks noGrp="1"/>
          </p:cNvSpPr>
          <p:nvPr>
            <p:ph type="body" sz="quarter" idx="38" hasCustomPrompt="1"/>
          </p:nvPr>
        </p:nvSpPr>
        <p:spPr>
          <a:xfrm>
            <a:off x="3357560" y="3073832"/>
            <a:ext cx="2526424"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62" name="Gerader Verbinder 61">
            <a:extLst>
              <a:ext uri="{FF2B5EF4-FFF2-40B4-BE49-F238E27FC236}">
                <a16:creationId xmlns:a16="http://schemas.microsoft.com/office/drawing/2014/main" id="{7BDEBA7A-0596-49C3-8A49-F8F2303938CF}"/>
              </a:ext>
            </a:extLst>
          </p:cNvPr>
          <p:cNvCxnSpPr>
            <a:cxnSpLocks/>
          </p:cNvCxnSpPr>
          <p:nvPr userDrawn="1"/>
        </p:nvCxnSpPr>
        <p:spPr>
          <a:xfrm>
            <a:off x="6318797" y="3374092"/>
            <a:ext cx="252000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63" name="Textplatzhalter 2">
            <a:extLst>
              <a:ext uri="{FF2B5EF4-FFF2-40B4-BE49-F238E27FC236}">
                <a16:creationId xmlns:a16="http://schemas.microsoft.com/office/drawing/2014/main" id="{25F1ADDD-7089-4650-8320-CF8DAC704B78}"/>
              </a:ext>
            </a:extLst>
          </p:cNvPr>
          <p:cNvSpPr>
            <a:spLocks noGrp="1"/>
          </p:cNvSpPr>
          <p:nvPr>
            <p:ph type="body" sz="quarter" idx="39" hasCustomPrompt="1"/>
          </p:nvPr>
        </p:nvSpPr>
        <p:spPr>
          <a:xfrm>
            <a:off x="6312373" y="3073832"/>
            <a:ext cx="2526424"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64" name="Gerader Verbinder 63">
            <a:extLst>
              <a:ext uri="{FF2B5EF4-FFF2-40B4-BE49-F238E27FC236}">
                <a16:creationId xmlns:a16="http://schemas.microsoft.com/office/drawing/2014/main" id="{DFE8F29F-E08F-48E3-B5EC-EE2D52534EE4}"/>
              </a:ext>
            </a:extLst>
          </p:cNvPr>
          <p:cNvCxnSpPr>
            <a:cxnSpLocks/>
          </p:cNvCxnSpPr>
          <p:nvPr userDrawn="1"/>
        </p:nvCxnSpPr>
        <p:spPr>
          <a:xfrm>
            <a:off x="9271784" y="3374092"/>
            <a:ext cx="252000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65" name="Textplatzhalter 2">
            <a:extLst>
              <a:ext uri="{FF2B5EF4-FFF2-40B4-BE49-F238E27FC236}">
                <a16:creationId xmlns:a16="http://schemas.microsoft.com/office/drawing/2014/main" id="{03155AA7-0ECC-485C-A577-E3ABCE9EAC47}"/>
              </a:ext>
            </a:extLst>
          </p:cNvPr>
          <p:cNvSpPr>
            <a:spLocks noGrp="1"/>
          </p:cNvSpPr>
          <p:nvPr>
            <p:ph type="body" sz="quarter" idx="40" hasCustomPrompt="1"/>
          </p:nvPr>
        </p:nvSpPr>
        <p:spPr>
          <a:xfrm>
            <a:off x="9265360" y="3073832"/>
            <a:ext cx="2526424"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2" name="Fußzeilenplatzhalter 1">
            <a:extLst>
              <a:ext uri="{FF2B5EF4-FFF2-40B4-BE49-F238E27FC236}">
                <a16:creationId xmlns:a16="http://schemas.microsoft.com/office/drawing/2014/main" id="{1A08A05C-D2D3-D0E3-9026-F61F570E5674}"/>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283335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2115">
          <p15:clr>
            <a:srgbClr val="FBAE40"/>
          </p15:clr>
        </p15:guide>
        <p15:guide id="6" pos="3705">
          <p15:clr>
            <a:srgbClr val="FBAE40"/>
          </p15:clr>
        </p15:guide>
        <p15:guide id="7" pos="3975">
          <p15:clr>
            <a:srgbClr val="FBAE40"/>
          </p15:clr>
        </p15:guide>
        <p15:guide id="10" pos="1844">
          <p15:clr>
            <a:srgbClr val="FBAE40"/>
          </p15:clr>
        </p15:guide>
        <p15:guide id="11" pos="5565">
          <p15:clr>
            <a:srgbClr val="FBAE40"/>
          </p15:clr>
        </p15:guide>
        <p15:guide id="12" pos="583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1_TEXT &amp; BILD">
    <p:spTree>
      <p:nvGrpSpPr>
        <p:cNvPr id="1" name=""/>
        <p:cNvGrpSpPr/>
        <p:nvPr/>
      </p:nvGrpSpPr>
      <p:grpSpPr>
        <a:xfrm>
          <a:off x="0" y="0"/>
          <a:ext cx="0" cy="0"/>
          <a:chOff x="0" y="0"/>
          <a:chExt cx="0" cy="0"/>
        </a:xfrm>
      </p:grpSpPr>
      <p:sp>
        <p:nvSpPr>
          <p:cNvPr id="39" name="Bildplatzhalter 2">
            <a:extLst>
              <a:ext uri="{FF2B5EF4-FFF2-40B4-BE49-F238E27FC236}">
                <a16:creationId xmlns:a16="http://schemas.microsoft.com/office/drawing/2014/main" id="{19341561-936E-4E26-A81E-DBF8037BD7CB}"/>
              </a:ext>
            </a:extLst>
          </p:cNvPr>
          <p:cNvSpPr>
            <a:spLocks noGrp="1"/>
          </p:cNvSpPr>
          <p:nvPr>
            <p:ph type="pic" sz="quarter" idx="26"/>
          </p:nvPr>
        </p:nvSpPr>
        <p:spPr>
          <a:xfrm>
            <a:off x="406399" y="1485904"/>
            <a:ext cx="2326205" cy="14175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0" name="Bildplatzhalter 2">
            <a:extLst>
              <a:ext uri="{FF2B5EF4-FFF2-40B4-BE49-F238E27FC236}">
                <a16:creationId xmlns:a16="http://schemas.microsoft.com/office/drawing/2014/main" id="{D4F49617-327F-4338-AC52-29E4073112DD}"/>
              </a:ext>
            </a:extLst>
          </p:cNvPr>
          <p:cNvSpPr>
            <a:spLocks noGrp="1"/>
          </p:cNvSpPr>
          <p:nvPr>
            <p:ph type="pic" sz="quarter" idx="29"/>
          </p:nvPr>
        </p:nvSpPr>
        <p:spPr>
          <a:xfrm>
            <a:off x="2771248" y="1485904"/>
            <a:ext cx="2326205" cy="14175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1" name="Bildplatzhalter 2">
            <a:extLst>
              <a:ext uri="{FF2B5EF4-FFF2-40B4-BE49-F238E27FC236}">
                <a16:creationId xmlns:a16="http://schemas.microsoft.com/office/drawing/2014/main" id="{9788D531-35B2-4C8B-9205-556A96F49F48}"/>
              </a:ext>
            </a:extLst>
          </p:cNvPr>
          <p:cNvSpPr>
            <a:spLocks noGrp="1"/>
          </p:cNvSpPr>
          <p:nvPr>
            <p:ph type="pic" sz="quarter" idx="30"/>
          </p:nvPr>
        </p:nvSpPr>
        <p:spPr>
          <a:xfrm>
            <a:off x="5136097" y="1485904"/>
            <a:ext cx="2326205" cy="14175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2" name="Bildplatzhalter 2">
            <a:extLst>
              <a:ext uri="{FF2B5EF4-FFF2-40B4-BE49-F238E27FC236}">
                <a16:creationId xmlns:a16="http://schemas.microsoft.com/office/drawing/2014/main" id="{A575837A-20D4-4BFD-B09C-8CB8288A134B}"/>
              </a:ext>
            </a:extLst>
          </p:cNvPr>
          <p:cNvSpPr>
            <a:spLocks noGrp="1"/>
          </p:cNvSpPr>
          <p:nvPr>
            <p:ph type="pic" sz="quarter" idx="31"/>
          </p:nvPr>
        </p:nvSpPr>
        <p:spPr>
          <a:xfrm>
            <a:off x="7500946" y="1485904"/>
            <a:ext cx="2326205" cy="14175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3" name="Bildplatzhalter 2">
            <a:extLst>
              <a:ext uri="{FF2B5EF4-FFF2-40B4-BE49-F238E27FC236}">
                <a16:creationId xmlns:a16="http://schemas.microsoft.com/office/drawing/2014/main" id="{C05C861A-248E-42A5-B4F1-3B8CDE04B455}"/>
              </a:ext>
            </a:extLst>
          </p:cNvPr>
          <p:cNvSpPr>
            <a:spLocks noGrp="1"/>
          </p:cNvSpPr>
          <p:nvPr>
            <p:ph type="pic" sz="quarter" idx="32"/>
          </p:nvPr>
        </p:nvSpPr>
        <p:spPr>
          <a:xfrm>
            <a:off x="9865795" y="1485904"/>
            <a:ext cx="2326205" cy="14175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cxnSp>
        <p:nvCxnSpPr>
          <p:cNvPr id="20" name="Gerader Verbinder 19">
            <a:extLst>
              <a:ext uri="{FF2B5EF4-FFF2-40B4-BE49-F238E27FC236}">
                <a16:creationId xmlns:a16="http://schemas.microsoft.com/office/drawing/2014/main" id="{8FDB4C41-1C32-44DC-A4B8-C89938143C59}"/>
              </a:ext>
            </a:extLst>
          </p:cNvPr>
          <p:cNvCxnSpPr/>
          <p:nvPr/>
        </p:nvCxnSpPr>
        <p:spPr>
          <a:xfrm flipV="1">
            <a:off x="29279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EBAC2A6D-015C-494D-92BD-B4FD8F5FA29B}"/>
              </a:ext>
            </a:extLst>
          </p:cNvPr>
          <p:cNvCxnSpPr/>
          <p:nvPr/>
        </p:nvCxnSpPr>
        <p:spPr>
          <a:xfrm flipV="1">
            <a:off x="3359785"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78E0C73D-6D5C-42EC-AA93-EC6597BF3B10}"/>
              </a:ext>
            </a:extLst>
          </p:cNvPr>
          <p:cNvCxnSpPr/>
          <p:nvPr/>
        </p:nvCxnSpPr>
        <p:spPr>
          <a:xfrm flipV="1">
            <a:off x="5877560"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31F89B14-020D-40CB-A9F1-8E13CB8484AF}"/>
              </a:ext>
            </a:extLst>
          </p:cNvPr>
          <p:cNvCxnSpPr/>
          <p:nvPr/>
        </p:nvCxnSpPr>
        <p:spPr>
          <a:xfrm flipV="1">
            <a:off x="6312533" y="-212048"/>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feld 26">
            <a:extLst>
              <a:ext uri="{FF2B5EF4-FFF2-40B4-BE49-F238E27FC236}">
                <a16:creationId xmlns:a16="http://schemas.microsoft.com/office/drawing/2014/main" id="{0D1229B9-A284-4241-8204-FE6B33F077BA}"/>
              </a:ext>
            </a:extLst>
          </p:cNvPr>
          <p:cNvSpPr txBox="1"/>
          <p:nvPr userDrawn="1"/>
        </p:nvSpPr>
        <p:spPr>
          <a:xfrm>
            <a:off x="6360162" y="-197643"/>
            <a:ext cx="298449" cy="92333"/>
          </a:xfrm>
          <a:prstGeom prst="rect">
            <a:avLst/>
          </a:prstGeom>
          <a:noFill/>
        </p:spPr>
        <p:txBody>
          <a:bodyPr wrap="square" lIns="0" tIns="0" rIns="0" bIns="0" rtlCol="0">
            <a:noAutofit/>
          </a:bodyPr>
          <a:lstStyle/>
          <a:p>
            <a:r>
              <a:rPr lang="de-DE" sz="600"/>
              <a:t>0,60</a:t>
            </a:r>
          </a:p>
        </p:txBody>
      </p:sp>
      <p:sp>
        <p:nvSpPr>
          <p:cNvPr id="51" name="Textfeld 50">
            <a:extLst>
              <a:ext uri="{FF2B5EF4-FFF2-40B4-BE49-F238E27FC236}">
                <a16:creationId xmlns:a16="http://schemas.microsoft.com/office/drawing/2014/main" id="{D2CD30C3-8110-4792-957E-657FE79CE12D}"/>
              </a:ext>
            </a:extLst>
          </p:cNvPr>
          <p:cNvSpPr txBox="1"/>
          <p:nvPr/>
        </p:nvSpPr>
        <p:spPr>
          <a:xfrm>
            <a:off x="2975617" y="-211931"/>
            <a:ext cx="298449" cy="92333"/>
          </a:xfrm>
          <a:prstGeom prst="rect">
            <a:avLst/>
          </a:prstGeom>
          <a:noFill/>
        </p:spPr>
        <p:txBody>
          <a:bodyPr wrap="square" lIns="0" tIns="0" rIns="0" bIns="0" rtlCol="0">
            <a:noAutofit/>
          </a:bodyPr>
          <a:lstStyle/>
          <a:p>
            <a:r>
              <a:rPr lang="de-DE" sz="600"/>
              <a:t>8,80</a:t>
            </a:r>
          </a:p>
        </p:txBody>
      </p:sp>
      <p:sp>
        <p:nvSpPr>
          <p:cNvPr id="52" name="Textfeld 51">
            <a:extLst>
              <a:ext uri="{FF2B5EF4-FFF2-40B4-BE49-F238E27FC236}">
                <a16:creationId xmlns:a16="http://schemas.microsoft.com/office/drawing/2014/main" id="{DBBAAD94-D77B-4959-9685-0013AEDCEE45}"/>
              </a:ext>
            </a:extLst>
          </p:cNvPr>
          <p:cNvSpPr txBox="1"/>
          <p:nvPr/>
        </p:nvSpPr>
        <p:spPr>
          <a:xfrm>
            <a:off x="3407416" y="-211931"/>
            <a:ext cx="298449" cy="92333"/>
          </a:xfrm>
          <a:prstGeom prst="rect">
            <a:avLst/>
          </a:prstGeom>
          <a:noFill/>
        </p:spPr>
        <p:txBody>
          <a:bodyPr wrap="square" lIns="0" tIns="0" rIns="0" bIns="0" rtlCol="0">
            <a:noAutofit/>
          </a:bodyPr>
          <a:lstStyle/>
          <a:p>
            <a:r>
              <a:rPr lang="de-DE" sz="600"/>
              <a:t>7,61</a:t>
            </a:r>
          </a:p>
        </p:txBody>
      </p:sp>
      <p:sp>
        <p:nvSpPr>
          <p:cNvPr id="53" name="Textfeld 52">
            <a:extLst>
              <a:ext uri="{FF2B5EF4-FFF2-40B4-BE49-F238E27FC236}">
                <a16:creationId xmlns:a16="http://schemas.microsoft.com/office/drawing/2014/main" id="{A4D0489D-23B2-440A-8955-04F49F05A404}"/>
              </a:ext>
            </a:extLst>
          </p:cNvPr>
          <p:cNvSpPr txBox="1"/>
          <p:nvPr/>
        </p:nvSpPr>
        <p:spPr>
          <a:xfrm>
            <a:off x="5925190" y="-211931"/>
            <a:ext cx="298449" cy="92333"/>
          </a:xfrm>
          <a:prstGeom prst="rect">
            <a:avLst/>
          </a:prstGeom>
          <a:noFill/>
        </p:spPr>
        <p:txBody>
          <a:bodyPr wrap="square" lIns="0" tIns="0" rIns="0" bIns="0" rtlCol="0">
            <a:noAutofit/>
          </a:bodyPr>
          <a:lstStyle/>
          <a:p>
            <a:r>
              <a:rPr lang="de-DE" sz="600"/>
              <a:t>0,60</a:t>
            </a:r>
          </a:p>
        </p:txBody>
      </p:sp>
      <p:cxnSp>
        <p:nvCxnSpPr>
          <p:cNvPr id="54" name="Gerader Verbinder 53">
            <a:extLst>
              <a:ext uri="{FF2B5EF4-FFF2-40B4-BE49-F238E27FC236}">
                <a16:creationId xmlns:a16="http://schemas.microsoft.com/office/drawing/2014/main" id="{5F2B4357-9CC7-4778-B790-924FC938E6ED}"/>
              </a:ext>
            </a:extLst>
          </p:cNvPr>
          <p:cNvCxnSpPr/>
          <p:nvPr/>
        </p:nvCxnSpPr>
        <p:spPr>
          <a:xfrm flipV="1">
            <a:off x="88334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D3172D8B-36E7-46B4-916D-A4C57F2FFCA9}"/>
              </a:ext>
            </a:extLst>
          </p:cNvPr>
          <p:cNvCxnSpPr/>
          <p:nvPr/>
        </p:nvCxnSpPr>
        <p:spPr>
          <a:xfrm flipV="1">
            <a:off x="92589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feld 55">
            <a:extLst>
              <a:ext uri="{FF2B5EF4-FFF2-40B4-BE49-F238E27FC236}">
                <a16:creationId xmlns:a16="http://schemas.microsoft.com/office/drawing/2014/main" id="{C456474B-AF8C-40FE-8CB8-FF556FC3F4F3}"/>
              </a:ext>
            </a:extLst>
          </p:cNvPr>
          <p:cNvSpPr txBox="1"/>
          <p:nvPr/>
        </p:nvSpPr>
        <p:spPr>
          <a:xfrm>
            <a:off x="8881117" y="-211931"/>
            <a:ext cx="298449" cy="92333"/>
          </a:xfrm>
          <a:prstGeom prst="rect">
            <a:avLst/>
          </a:prstGeom>
          <a:noFill/>
        </p:spPr>
        <p:txBody>
          <a:bodyPr wrap="square" lIns="0" tIns="0" rIns="0" bIns="0" rtlCol="0">
            <a:noAutofit/>
          </a:bodyPr>
          <a:lstStyle/>
          <a:p>
            <a:r>
              <a:rPr lang="de-DE" sz="600"/>
              <a:t>7,61</a:t>
            </a:r>
          </a:p>
        </p:txBody>
      </p:sp>
      <p:sp>
        <p:nvSpPr>
          <p:cNvPr id="57" name="Textfeld 56">
            <a:extLst>
              <a:ext uri="{FF2B5EF4-FFF2-40B4-BE49-F238E27FC236}">
                <a16:creationId xmlns:a16="http://schemas.microsoft.com/office/drawing/2014/main" id="{DFB5D1D1-D027-4FB8-A559-472AB7E2DD80}"/>
              </a:ext>
            </a:extLst>
          </p:cNvPr>
          <p:cNvSpPr txBox="1"/>
          <p:nvPr/>
        </p:nvSpPr>
        <p:spPr>
          <a:xfrm>
            <a:off x="9306566" y="-211931"/>
            <a:ext cx="298449" cy="92333"/>
          </a:xfrm>
          <a:prstGeom prst="rect">
            <a:avLst/>
          </a:prstGeom>
          <a:noFill/>
        </p:spPr>
        <p:txBody>
          <a:bodyPr wrap="square" lIns="0" tIns="0" rIns="0" bIns="0" rtlCol="0">
            <a:noAutofit/>
          </a:bodyPr>
          <a:lstStyle/>
          <a:p>
            <a:r>
              <a:rPr lang="de-DE" sz="600"/>
              <a:t>8,80</a:t>
            </a:r>
          </a:p>
        </p:txBody>
      </p:sp>
      <p:sp>
        <p:nvSpPr>
          <p:cNvPr id="58" name="Content Placeholder 2">
            <a:extLst>
              <a:ext uri="{FF2B5EF4-FFF2-40B4-BE49-F238E27FC236}">
                <a16:creationId xmlns:a16="http://schemas.microsoft.com/office/drawing/2014/main" id="{85A90AB2-B78A-4256-8CCF-9CE4D685518C}"/>
              </a:ext>
            </a:extLst>
          </p:cNvPr>
          <p:cNvSpPr>
            <a:spLocks noGrp="1"/>
          </p:cNvSpPr>
          <p:nvPr>
            <p:ph idx="15"/>
          </p:nvPr>
        </p:nvSpPr>
        <p:spPr>
          <a:xfrm>
            <a:off x="406400" y="3073832"/>
            <a:ext cx="2044700" cy="3015562"/>
          </a:xfrm>
        </p:spPr>
        <p:txBody>
          <a:bodyPr/>
          <a:lstStyle>
            <a:lvl1pPr marL="0" indent="0">
              <a:buNone/>
              <a:defRPr sz="1000" b="0">
                <a:solidFill>
                  <a:schemeClr val="accent5"/>
                </a:solidFill>
                <a:latin typeface="+mn-lt"/>
              </a:defRPr>
            </a:lvl1pPr>
            <a:lvl2pPr marL="179996" indent="-179996">
              <a:buFont typeface="Arial" panose="020B0604020202020204" pitchFamily="34" charset="0"/>
              <a:buChar char="•"/>
              <a:defRPr sz="1000" b="0">
                <a:solidFill>
                  <a:schemeClr val="accent5"/>
                </a:solidFill>
                <a:latin typeface="+mn-lt"/>
              </a:defRPr>
            </a:lvl2pPr>
            <a:lvl3pPr>
              <a:defRPr sz="10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59" name="Content Placeholder 2">
            <a:extLst>
              <a:ext uri="{FF2B5EF4-FFF2-40B4-BE49-F238E27FC236}">
                <a16:creationId xmlns:a16="http://schemas.microsoft.com/office/drawing/2014/main" id="{6C59E5CB-49E8-406F-9FB8-EE2DCC9BC715}"/>
              </a:ext>
            </a:extLst>
          </p:cNvPr>
          <p:cNvSpPr>
            <a:spLocks noGrp="1"/>
          </p:cNvSpPr>
          <p:nvPr>
            <p:ph idx="16"/>
          </p:nvPr>
        </p:nvSpPr>
        <p:spPr>
          <a:xfrm>
            <a:off x="2771248" y="3073832"/>
            <a:ext cx="2044700" cy="3015562"/>
          </a:xfrm>
        </p:spPr>
        <p:txBody>
          <a:bodyPr/>
          <a:lstStyle>
            <a:lvl1pPr marL="0" indent="0">
              <a:buNone/>
              <a:defRPr sz="1000" b="0">
                <a:solidFill>
                  <a:schemeClr val="accent5"/>
                </a:solidFill>
                <a:latin typeface="+mn-lt"/>
              </a:defRPr>
            </a:lvl1pPr>
            <a:lvl2pPr marL="179996" indent="-179996">
              <a:buFont typeface="Arial" panose="020B0604020202020204" pitchFamily="34" charset="0"/>
              <a:buChar char="•"/>
              <a:defRPr sz="1000" b="0">
                <a:solidFill>
                  <a:schemeClr val="accent5"/>
                </a:solidFill>
                <a:latin typeface="+mn-lt"/>
              </a:defRPr>
            </a:lvl2pPr>
            <a:lvl3pPr>
              <a:defRPr sz="10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60" name="Content Placeholder 2">
            <a:extLst>
              <a:ext uri="{FF2B5EF4-FFF2-40B4-BE49-F238E27FC236}">
                <a16:creationId xmlns:a16="http://schemas.microsoft.com/office/drawing/2014/main" id="{B9795B59-364E-47A6-8872-AEC82EC6BA4E}"/>
              </a:ext>
            </a:extLst>
          </p:cNvPr>
          <p:cNvSpPr>
            <a:spLocks noGrp="1"/>
          </p:cNvSpPr>
          <p:nvPr>
            <p:ph idx="17"/>
          </p:nvPr>
        </p:nvSpPr>
        <p:spPr>
          <a:xfrm>
            <a:off x="5136097" y="3073832"/>
            <a:ext cx="2044700" cy="3015562"/>
          </a:xfrm>
        </p:spPr>
        <p:txBody>
          <a:bodyPr/>
          <a:lstStyle>
            <a:lvl1pPr marL="0" indent="0">
              <a:buNone/>
              <a:defRPr sz="1000" b="0">
                <a:solidFill>
                  <a:schemeClr val="accent5"/>
                </a:solidFill>
                <a:latin typeface="+mn-lt"/>
              </a:defRPr>
            </a:lvl1pPr>
            <a:lvl2pPr marL="179996" indent="-179996">
              <a:buFont typeface="Arial" panose="020B0604020202020204" pitchFamily="34" charset="0"/>
              <a:buChar char="•"/>
              <a:defRPr sz="1000" b="0">
                <a:solidFill>
                  <a:schemeClr val="accent5"/>
                </a:solidFill>
                <a:latin typeface="+mn-lt"/>
              </a:defRPr>
            </a:lvl2pPr>
            <a:lvl3pPr>
              <a:defRPr sz="10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61" name="Content Placeholder 2">
            <a:extLst>
              <a:ext uri="{FF2B5EF4-FFF2-40B4-BE49-F238E27FC236}">
                <a16:creationId xmlns:a16="http://schemas.microsoft.com/office/drawing/2014/main" id="{A4D0AF55-4C72-4F7E-814B-B4E4DC1A0AC3}"/>
              </a:ext>
            </a:extLst>
          </p:cNvPr>
          <p:cNvSpPr>
            <a:spLocks noGrp="1"/>
          </p:cNvSpPr>
          <p:nvPr>
            <p:ph idx="18"/>
          </p:nvPr>
        </p:nvSpPr>
        <p:spPr>
          <a:xfrm>
            <a:off x="7500946" y="3073832"/>
            <a:ext cx="2044700" cy="3015562"/>
          </a:xfrm>
        </p:spPr>
        <p:txBody>
          <a:bodyPr/>
          <a:lstStyle>
            <a:lvl1pPr marL="0" indent="0">
              <a:buNone/>
              <a:defRPr sz="1000" b="0">
                <a:solidFill>
                  <a:schemeClr val="accent5"/>
                </a:solidFill>
                <a:latin typeface="+mn-lt"/>
              </a:defRPr>
            </a:lvl1pPr>
            <a:lvl2pPr marL="179996" indent="-179996">
              <a:buFont typeface="Arial" panose="020B0604020202020204" pitchFamily="34" charset="0"/>
              <a:buChar char="•"/>
              <a:defRPr sz="1000" b="0">
                <a:solidFill>
                  <a:schemeClr val="accent5"/>
                </a:solidFill>
                <a:latin typeface="+mn-lt"/>
              </a:defRPr>
            </a:lvl2pPr>
            <a:lvl3pPr>
              <a:defRPr sz="10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cxnSp>
        <p:nvCxnSpPr>
          <p:cNvPr id="30" name="Gerader Verbinder 29">
            <a:extLst>
              <a:ext uri="{FF2B5EF4-FFF2-40B4-BE49-F238E27FC236}">
                <a16:creationId xmlns:a16="http://schemas.microsoft.com/office/drawing/2014/main" id="{F1B0C756-BD82-49FF-9A2C-A8A9B048E859}"/>
              </a:ext>
            </a:extLst>
          </p:cNvPr>
          <p:cNvCxnSpPr/>
          <p:nvPr userDrawn="1"/>
        </p:nvCxnSpPr>
        <p:spPr>
          <a:xfrm flipV="1">
            <a:off x="88334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F32B280A-648C-40BF-AFC6-269335D157E8}"/>
              </a:ext>
            </a:extLst>
          </p:cNvPr>
          <p:cNvCxnSpPr/>
          <p:nvPr userDrawn="1"/>
        </p:nvCxnSpPr>
        <p:spPr>
          <a:xfrm flipV="1">
            <a:off x="92589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3" name="Datumsplatzhalter 2">
            <a:extLst>
              <a:ext uri="{FF2B5EF4-FFF2-40B4-BE49-F238E27FC236}">
                <a16:creationId xmlns:a16="http://schemas.microsoft.com/office/drawing/2014/main" id="{038103AD-A48A-4767-9A55-C5FA65380F87}"/>
              </a:ext>
            </a:extLst>
          </p:cNvPr>
          <p:cNvSpPr>
            <a:spLocks noGrp="1"/>
          </p:cNvSpPr>
          <p:nvPr>
            <p:ph type="dt" sz="half" idx="19"/>
          </p:nvPr>
        </p:nvSpPr>
        <p:spPr/>
        <p:txBody>
          <a:bodyPr/>
          <a:lstStyle/>
          <a:p>
            <a:fld id="{01917C3F-0E68-4C4E-9A36-D71FA1B333BF}" type="datetime1">
              <a:rPr lang="de-DE" smtClean="0"/>
              <a:t>15.10.2026</a:t>
            </a:fld>
            <a:endParaRPr lang="de-DE"/>
          </a:p>
        </p:txBody>
      </p:sp>
      <p:sp>
        <p:nvSpPr>
          <p:cNvPr id="5" name="Foliennummernplatzhalter 4">
            <a:extLst>
              <a:ext uri="{FF2B5EF4-FFF2-40B4-BE49-F238E27FC236}">
                <a16:creationId xmlns:a16="http://schemas.microsoft.com/office/drawing/2014/main" id="{D0CF3078-45BF-484D-BBA4-46D1AEF8F285}"/>
              </a:ext>
            </a:extLst>
          </p:cNvPr>
          <p:cNvSpPr>
            <a:spLocks noGrp="1"/>
          </p:cNvSpPr>
          <p:nvPr>
            <p:ph type="sldNum" sz="quarter" idx="20"/>
          </p:nvPr>
        </p:nvSpPr>
        <p:spPr/>
        <p:txBody>
          <a:bodyPr/>
          <a:lstStyle/>
          <a:p>
            <a:fld id="{2EA6AC58-99FC-40D1-8A10-4777F7BB7286}" type="slidenum">
              <a:rPr lang="de-DE" smtClean="0"/>
              <a:pPr/>
              <a:t>‹Nr.›</a:t>
            </a:fld>
            <a:endParaRPr lang="de-DE"/>
          </a:p>
        </p:txBody>
      </p:sp>
      <p:sp>
        <p:nvSpPr>
          <p:cNvPr id="25" name="Textplatzhalter 8">
            <a:extLst>
              <a:ext uri="{FF2B5EF4-FFF2-40B4-BE49-F238E27FC236}">
                <a16:creationId xmlns:a16="http://schemas.microsoft.com/office/drawing/2014/main" id="{18C995AC-AD1F-4090-8F8D-4DB71CA8A2A4}"/>
              </a:ext>
            </a:extLst>
          </p:cNvPr>
          <p:cNvSpPr>
            <a:spLocks noGrp="1"/>
          </p:cNvSpPr>
          <p:nvPr>
            <p:ph type="body" sz="quarter" idx="21"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cxnSp>
        <p:nvCxnSpPr>
          <p:cNvPr id="28" name="Gerader Verbinder 27">
            <a:extLst>
              <a:ext uri="{FF2B5EF4-FFF2-40B4-BE49-F238E27FC236}">
                <a16:creationId xmlns:a16="http://schemas.microsoft.com/office/drawing/2014/main" id="{611A8345-C296-40FE-BC80-EAB24D976F4C}"/>
              </a:ext>
            </a:extLst>
          </p:cNvPr>
          <p:cNvCxnSpPr/>
          <p:nvPr userDrawn="1"/>
        </p:nvCxnSpPr>
        <p:spPr>
          <a:xfrm flipH="1">
            <a:off x="-304797" y="148590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AE92B18-D16F-4E6B-A272-768C366128F8}"/>
              </a:ext>
            </a:extLst>
          </p:cNvPr>
          <p:cNvSpPr txBox="1"/>
          <p:nvPr userDrawn="1"/>
        </p:nvSpPr>
        <p:spPr>
          <a:xfrm>
            <a:off x="-285748" y="1519245"/>
            <a:ext cx="260349" cy="92333"/>
          </a:xfrm>
          <a:prstGeom prst="rect">
            <a:avLst/>
          </a:prstGeom>
          <a:noFill/>
        </p:spPr>
        <p:txBody>
          <a:bodyPr wrap="square" lIns="0" tIns="0" rIns="0" bIns="0" rtlCol="0">
            <a:noAutofit/>
          </a:bodyPr>
          <a:lstStyle/>
          <a:p>
            <a:r>
              <a:rPr lang="de-DE" sz="600"/>
              <a:t>5,40</a:t>
            </a:r>
          </a:p>
        </p:txBody>
      </p:sp>
      <p:sp>
        <p:nvSpPr>
          <p:cNvPr id="44" name="Content Placeholder 2">
            <a:extLst>
              <a:ext uri="{FF2B5EF4-FFF2-40B4-BE49-F238E27FC236}">
                <a16:creationId xmlns:a16="http://schemas.microsoft.com/office/drawing/2014/main" id="{F1DDD0EF-DA0F-425B-884B-820F28B5A31F}"/>
              </a:ext>
            </a:extLst>
          </p:cNvPr>
          <p:cNvSpPr>
            <a:spLocks noGrp="1"/>
          </p:cNvSpPr>
          <p:nvPr>
            <p:ph idx="33"/>
          </p:nvPr>
        </p:nvSpPr>
        <p:spPr>
          <a:xfrm>
            <a:off x="9865795" y="3073832"/>
            <a:ext cx="2044700" cy="3015562"/>
          </a:xfrm>
        </p:spPr>
        <p:txBody>
          <a:bodyPr/>
          <a:lstStyle>
            <a:lvl1pPr marL="0" indent="0">
              <a:buNone/>
              <a:defRPr sz="1000" b="0">
                <a:solidFill>
                  <a:schemeClr val="accent5"/>
                </a:solidFill>
                <a:latin typeface="+mn-lt"/>
              </a:defRPr>
            </a:lvl1pPr>
            <a:lvl2pPr marL="179996" indent="-179996">
              <a:buFont typeface="Arial" panose="020B0604020202020204" pitchFamily="34" charset="0"/>
              <a:buChar char="•"/>
              <a:defRPr sz="1000" b="0">
                <a:solidFill>
                  <a:schemeClr val="accent5"/>
                </a:solidFill>
                <a:latin typeface="+mn-lt"/>
              </a:defRPr>
            </a:lvl2pPr>
            <a:lvl3pPr>
              <a:defRPr sz="10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2" name="Fußzeilenplatzhalter 1">
            <a:extLst>
              <a:ext uri="{FF2B5EF4-FFF2-40B4-BE49-F238E27FC236}">
                <a16:creationId xmlns:a16="http://schemas.microsoft.com/office/drawing/2014/main" id="{3DF03D66-9EE1-897C-9E61-495F0187FC2C}"/>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3626712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2115">
          <p15:clr>
            <a:srgbClr val="FBAE40"/>
          </p15:clr>
        </p15:guide>
        <p15:guide id="6" pos="3705">
          <p15:clr>
            <a:srgbClr val="FBAE40"/>
          </p15:clr>
        </p15:guide>
        <p15:guide id="7" pos="3975">
          <p15:clr>
            <a:srgbClr val="FBAE40"/>
          </p15:clr>
        </p15:guide>
        <p15:guide id="10" pos="1844">
          <p15:clr>
            <a:srgbClr val="FBAE40"/>
          </p15:clr>
        </p15:guide>
        <p15:guide id="11" pos="5565">
          <p15:clr>
            <a:srgbClr val="FBAE40"/>
          </p15:clr>
        </p15:guide>
        <p15:guide id="12" pos="583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2_TEXT &amp; BILD (Subline)">
    <p:spTree>
      <p:nvGrpSpPr>
        <p:cNvPr id="1" name=""/>
        <p:cNvGrpSpPr/>
        <p:nvPr/>
      </p:nvGrpSpPr>
      <p:grpSpPr>
        <a:xfrm>
          <a:off x="0" y="0"/>
          <a:ext cx="0" cy="0"/>
          <a:chOff x="0" y="0"/>
          <a:chExt cx="0" cy="0"/>
        </a:xfrm>
      </p:grpSpPr>
      <p:sp>
        <p:nvSpPr>
          <p:cNvPr id="39" name="Bildplatzhalter 2">
            <a:extLst>
              <a:ext uri="{FF2B5EF4-FFF2-40B4-BE49-F238E27FC236}">
                <a16:creationId xmlns:a16="http://schemas.microsoft.com/office/drawing/2014/main" id="{19341561-936E-4E26-A81E-DBF8037BD7CB}"/>
              </a:ext>
            </a:extLst>
          </p:cNvPr>
          <p:cNvSpPr>
            <a:spLocks noGrp="1"/>
          </p:cNvSpPr>
          <p:nvPr>
            <p:ph type="pic" sz="quarter" idx="26"/>
          </p:nvPr>
        </p:nvSpPr>
        <p:spPr>
          <a:xfrm>
            <a:off x="406399" y="1485904"/>
            <a:ext cx="2326205" cy="14175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0" name="Bildplatzhalter 2">
            <a:extLst>
              <a:ext uri="{FF2B5EF4-FFF2-40B4-BE49-F238E27FC236}">
                <a16:creationId xmlns:a16="http://schemas.microsoft.com/office/drawing/2014/main" id="{D4F49617-327F-4338-AC52-29E4073112DD}"/>
              </a:ext>
            </a:extLst>
          </p:cNvPr>
          <p:cNvSpPr>
            <a:spLocks noGrp="1"/>
          </p:cNvSpPr>
          <p:nvPr>
            <p:ph type="pic" sz="quarter" idx="29"/>
          </p:nvPr>
        </p:nvSpPr>
        <p:spPr>
          <a:xfrm>
            <a:off x="2771248" y="1485904"/>
            <a:ext cx="2326205" cy="14175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1" name="Bildplatzhalter 2">
            <a:extLst>
              <a:ext uri="{FF2B5EF4-FFF2-40B4-BE49-F238E27FC236}">
                <a16:creationId xmlns:a16="http://schemas.microsoft.com/office/drawing/2014/main" id="{9788D531-35B2-4C8B-9205-556A96F49F48}"/>
              </a:ext>
            </a:extLst>
          </p:cNvPr>
          <p:cNvSpPr>
            <a:spLocks noGrp="1"/>
          </p:cNvSpPr>
          <p:nvPr>
            <p:ph type="pic" sz="quarter" idx="30"/>
          </p:nvPr>
        </p:nvSpPr>
        <p:spPr>
          <a:xfrm>
            <a:off x="5136097" y="1485904"/>
            <a:ext cx="2326205" cy="14175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2" name="Bildplatzhalter 2">
            <a:extLst>
              <a:ext uri="{FF2B5EF4-FFF2-40B4-BE49-F238E27FC236}">
                <a16:creationId xmlns:a16="http://schemas.microsoft.com/office/drawing/2014/main" id="{A575837A-20D4-4BFD-B09C-8CB8288A134B}"/>
              </a:ext>
            </a:extLst>
          </p:cNvPr>
          <p:cNvSpPr>
            <a:spLocks noGrp="1"/>
          </p:cNvSpPr>
          <p:nvPr>
            <p:ph type="pic" sz="quarter" idx="31"/>
          </p:nvPr>
        </p:nvSpPr>
        <p:spPr>
          <a:xfrm>
            <a:off x="7500946" y="1485904"/>
            <a:ext cx="2326205" cy="14175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43" name="Bildplatzhalter 2">
            <a:extLst>
              <a:ext uri="{FF2B5EF4-FFF2-40B4-BE49-F238E27FC236}">
                <a16:creationId xmlns:a16="http://schemas.microsoft.com/office/drawing/2014/main" id="{C05C861A-248E-42A5-B4F1-3B8CDE04B455}"/>
              </a:ext>
            </a:extLst>
          </p:cNvPr>
          <p:cNvSpPr>
            <a:spLocks noGrp="1"/>
          </p:cNvSpPr>
          <p:nvPr>
            <p:ph type="pic" sz="quarter" idx="32"/>
          </p:nvPr>
        </p:nvSpPr>
        <p:spPr>
          <a:xfrm>
            <a:off x="9865795" y="1485904"/>
            <a:ext cx="2326205" cy="14175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cxnSp>
        <p:nvCxnSpPr>
          <p:cNvPr id="20" name="Gerader Verbinder 19">
            <a:extLst>
              <a:ext uri="{FF2B5EF4-FFF2-40B4-BE49-F238E27FC236}">
                <a16:creationId xmlns:a16="http://schemas.microsoft.com/office/drawing/2014/main" id="{8FDB4C41-1C32-44DC-A4B8-C89938143C59}"/>
              </a:ext>
            </a:extLst>
          </p:cNvPr>
          <p:cNvCxnSpPr/>
          <p:nvPr/>
        </p:nvCxnSpPr>
        <p:spPr>
          <a:xfrm flipV="1">
            <a:off x="29279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EBAC2A6D-015C-494D-92BD-B4FD8F5FA29B}"/>
              </a:ext>
            </a:extLst>
          </p:cNvPr>
          <p:cNvCxnSpPr/>
          <p:nvPr/>
        </p:nvCxnSpPr>
        <p:spPr>
          <a:xfrm flipV="1">
            <a:off x="3359785"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78E0C73D-6D5C-42EC-AA93-EC6597BF3B10}"/>
              </a:ext>
            </a:extLst>
          </p:cNvPr>
          <p:cNvCxnSpPr/>
          <p:nvPr/>
        </p:nvCxnSpPr>
        <p:spPr>
          <a:xfrm flipV="1">
            <a:off x="5877560"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31F89B14-020D-40CB-A9F1-8E13CB8484AF}"/>
              </a:ext>
            </a:extLst>
          </p:cNvPr>
          <p:cNvCxnSpPr/>
          <p:nvPr/>
        </p:nvCxnSpPr>
        <p:spPr>
          <a:xfrm flipV="1">
            <a:off x="6312533" y="-212048"/>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feld 26">
            <a:extLst>
              <a:ext uri="{FF2B5EF4-FFF2-40B4-BE49-F238E27FC236}">
                <a16:creationId xmlns:a16="http://schemas.microsoft.com/office/drawing/2014/main" id="{0D1229B9-A284-4241-8204-FE6B33F077BA}"/>
              </a:ext>
            </a:extLst>
          </p:cNvPr>
          <p:cNvSpPr txBox="1"/>
          <p:nvPr userDrawn="1"/>
        </p:nvSpPr>
        <p:spPr>
          <a:xfrm>
            <a:off x="6360162" y="-197643"/>
            <a:ext cx="298449" cy="92333"/>
          </a:xfrm>
          <a:prstGeom prst="rect">
            <a:avLst/>
          </a:prstGeom>
          <a:noFill/>
        </p:spPr>
        <p:txBody>
          <a:bodyPr wrap="square" lIns="0" tIns="0" rIns="0" bIns="0" rtlCol="0">
            <a:noAutofit/>
          </a:bodyPr>
          <a:lstStyle/>
          <a:p>
            <a:r>
              <a:rPr lang="de-DE" sz="600"/>
              <a:t>0,60</a:t>
            </a:r>
          </a:p>
        </p:txBody>
      </p:sp>
      <p:sp>
        <p:nvSpPr>
          <p:cNvPr id="51" name="Textfeld 50">
            <a:extLst>
              <a:ext uri="{FF2B5EF4-FFF2-40B4-BE49-F238E27FC236}">
                <a16:creationId xmlns:a16="http://schemas.microsoft.com/office/drawing/2014/main" id="{D2CD30C3-8110-4792-957E-657FE79CE12D}"/>
              </a:ext>
            </a:extLst>
          </p:cNvPr>
          <p:cNvSpPr txBox="1"/>
          <p:nvPr/>
        </p:nvSpPr>
        <p:spPr>
          <a:xfrm>
            <a:off x="2975617" y="-211931"/>
            <a:ext cx="298449" cy="92333"/>
          </a:xfrm>
          <a:prstGeom prst="rect">
            <a:avLst/>
          </a:prstGeom>
          <a:noFill/>
        </p:spPr>
        <p:txBody>
          <a:bodyPr wrap="square" lIns="0" tIns="0" rIns="0" bIns="0" rtlCol="0">
            <a:noAutofit/>
          </a:bodyPr>
          <a:lstStyle/>
          <a:p>
            <a:r>
              <a:rPr lang="de-DE" sz="600"/>
              <a:t>8,80</a:t>
            </a:r>
          </a:p>
        </p:txBody>
      </p:sp>
      <p:sp>
        <p:nvSpPr>
          <p:cNvPr id="52" name="Textfeld 51">
            <a:extLst>
              <a:ext uri="{FF2B5EF4-FFF2-40B4-BE49-F238E27FC236}">
                <a16:creationId xmlns:a16="http://schemas.microsoft.com/office/drawing/2014/main" id="{DBBAAD94-D77B-4959-9685-0013AEDCEE45}"/>
              </a:ext>
            </a:extLst>
          </p:cNvPr>
          <p:cNvSpPr txBox="1"/>
          <p:nvPr/>
        </p:nvSpPr>
        <p:spPr>
          <a:xfrm>
            <a:off x="3407416" y="-211931"/>
            <a:ext cx="298449" cy="92333"/>
          </a:xfrm>
          <a:prstGeom prst="rect">
            <a:avLst/>
          </a:prstGeom>
          <a:noFill/>
        </p:spPr>
        <p:txBody>
          <a:bodyPr wrap="square" lIns="0" tIns="0" rIns="0" bIns="0" rtlCol="0">
            <a:noAutofit/>
          </a:bodyPr>
          <a:lstStyle/>
          <a:p>
            <a:r>
              <a:rPr lang="de-DE" sz="600"/>
              <a:t>7,61</a:t>
            </a:r>
          </a:p>
        </p:txBody>
      </p:sp>
      <p:sp>
        <p:nvSpPr>
          <p:cNvPr id="53" name="Textfeld 52">
            <a:extLst>
              <a:ext uri="{FF2B5EF4-FFF2-40B4-BE49-F238E27FC236}">
                <a16:creationId xmlns:a16="http://schemas.microsoft.com/office/drawing/2014/main" id="{A4D0489D-23B2-440A-8955-04F49F05A404}"/>
              </a:ext>
            </a:extLst>
          </p:cNvPr>
          <p:cNvSpPr txBox="1"/>
          <p:nvPr/>
        </p:nvSpPr>
        <p:spPr>
          <a:xfrm>
            <a:off x="5925190" y="-211931"/>
            <a:ext cx="298449" cy="92333"/>
          </a:xfrm>
          <a:prstGeom prst="rect">
            <a:avLst/>
          </a:prstGeom>
          <a:noFill/>
        </p:spPr>
        <p:txBody>
          <a:bodyPr wrap="square" lIns="0" tIns="0" rIns="0" bIns="0" rtlCol="0">
            <a:noAutofit/>
          </a:bodyPr>
          <a:lstStyle/>
          <a:p>
            <a:r>
              <a:rPr lang="de-DE" sz="600"/>
              <a:t>0,60</a:t>
            </a:r>
          </a:p>
        </p:txBody>
      </p:sp>
      <p:cxnSp>
        <p:nvCxnSpPr>
          <p:cNvPr id="54" name="Gerader Verbinder 53">
            <a:extLst>
              <a:ext uri="{FF2B5EF4-FFF2-40B4-BE49-F238E27FC236}">
                <a16:creationId xmlns:a16="http://schemas.microsoft.com/office/drawing/2014/main" id="{5F2B4357-9CC7-4778-B790-924FC938E6ED}"/>
              </a:ext>
            </a:extLst>
          </p:cNvPr>
          <p:cNvCxnSpPr/>
          <p:nvPr/>
        </p:nvCxnSpPr>
        <p:spPr>
          <a:xfrm flipV="1">
            <a:off x="88334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D3172D8B-36E7-46B4-916D-A4C57F2FFCA9}"/>
              </a:ext>
            </a:extLst>
          </p:cNvPr>
          <p:cNvCxnSpPr/>
          <p:nvPr/>
        </p:nvCxnSpPr>
        <p:spPr>
          <a:xfrm flipV="1">
            <a:off x="92589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feld 55">
            <a:extLst>
              <a:ext uri="{FF2B5EF4-FFF2-40B4-BE49-F238E27FC236}">
                <a16:creationId xmlns:a16="http://schemas.microsoft.com/office/drawing/2014/main" id="{C456474B-AF8C-40FE-8CB8-FF556FC3F4F3}"/>
              </a:ext>
            </a:extLst>
          </p:cNvPr>
          <p:cNvSpPr txBox="1"/>
          <p:nvPr/>
        </p:nvSpPr>
        <p:spPr>
          <a:xfrm>
            <a:off x="8881117" y="-211931"/>
            <a:ext cx="298449" cy="92333"/>
          </a:xfrm>
          <a:prstGeom prst="rect">
            <a:avLst/>
          </a:prstGeom>
          <a:noFill/>
        </p:spPr>
        <p:txBody>
          <a:bodyPr wrap="square" lIns="0" tIns="0" rIns="0" bIns="0" rtlCol="0">
            <a:noAutofit/>
          </a:bodyPr>
          <a:lstStyle/>
          <a:p>
            <a:r>
              <a:rPr lang="de-DE" sz="600"/>
              <a:t>7,61</a:t>
            </a:r>
          </a:p>
        </p:txBody>
      </p:sp>
      <p:sp>
        <p:nvSpPr>
          <p:cNvPr id="57" name="Textfeld 56">
            <a:extLst>
              <a:ext uri="{FF2B5EF4-FFF2-40B4-BE49-F238E27FC236}">
                <a16:creationId xmlns:a16="http://schemas.microsoft.com/office/drawing/2014/main" id="{DFB5D1D1-D027-4FB8-A559-472AB7E2DD80}"/>
              </a:ext>
            </a:extLst>
          </p:cNvPr>
          <p:cNvSpPr txBox="1"/>
          <p:nvPr/>
        </p:nvSpPr>
        <p:spPr>
          <a:xfrm>
            <a:off x="9306566" y="-211931"/>
            <a:ext cx="298449" cy="92333"/>
          </a:xfrm>
          <a:prstGeom prst="rect">
            <a:avLst/>
          </a:prstGeom>
          <a:noFill/>
        </p:spPr>
        <p:txBody>
          <a:bodyPr wrap="square" lIns="0" tIns="0" rIns="0" bIns="0" rtlCol="0">
            <a:noAutofit/>
          </a:bodyPr>
          <a:lstStyle/>
          <a:p>
            <a:r>
              <a:rPr lang="de-DE" sz="600"/>
              <a:t>8,80</a:t>
            </a:r>
          </a:p>
        </p:txBody>
      </p:sp>
      <p:sp>
        <p:nvSpPr>
          <p:cNvPr id="58" name="Content Placeholder 2">
            <a:extLst>
              <a:ext uri="{FF2B5EF4-FFF2-40B4-BE49-F238E27FC236}">
                <a16:creationId xmlns:a16="http://schemas.microsoft.com/office/drawing/2014/main" id="{85A90AB2-B78A-4256-8CCF-9CE4D685518C}"/>
              </a:ext>
            </a:extLst>
          </p:cNvPr>
          <p:cNvSpPr>
            <a:spLocks noGrp="1"/>
          </p:cNvSpPr>
          <p:nvPr>
            <p:ph idx="15"/>
          </p:nvPr>
        </p:nvSpPr>
        <p:spPr>
          <a:xfrm>
            <a:off x="406400" y="3483906"/>
            <a:ext cx="2044700" cy="2605487"/>
          </a:xfrm>
        </p:spPr>
        <p:txBody>
          <a:bodyPr/>
          <a:lstStyle>
            <a:lvl1pPr marL="0" indent="0">
              <a:buNone/>
              <a:defRPr sz="1000" b="0">
                <a:solidFill>
                  <a:schemeClr val="accent5"/>
                </a:solidFill>
                <a:latin typeface="+mn-lt"/>
              </a:defRPr>
            </a:lvl1pPr>
            <a:lvl2pPr marL="179996" indent="-179996">
              <a:buFont typeface="Arial" panose="020B0604020202020204" pitchFamily="34" charset="0"/>
              <a:buChar char="•"/>
              <a:defRPr sz="1000" b="0">
                <a:solidFill>
                  <a:schemeClr val="accent5"/>
                </a:solidFill>
                <a:latin typeface="+mn-lt"/>
              </a:defRPr>
            </a:lvl2pPr>
            <a:lvl3pPr>
              <a:defRPr sz="10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59" name="Content Placeholder 2">
            <a:extLst>
              <a:ext uri="{FF2B5EF4-FFF2-40B4-BE49-F238E27FC236}">
                <a16:creationId xmlns:a16="http://schemas.microsoft.com/office/drawing/2014/main" id="{6C59E5CB-49E8-406F-9FB8-EE2DCC9BC715}"/>
              </a:ext>
            </a:extLst>
          </p:cNvPr>
          <p:cNvSpPr>
            <a:spLocks noGrp="1"/>
          </p:cNvSpPr>
          <p:nvPr>
            <p:ph idx="16"/>
          </p:nvPr>
        </p:nvSpPr>
        <p:spPr>
          <a:xfrm>
            <a:off x="2771248" y="3483908"/>
            <a:ext cx="2044700" cy="2605486"/>
          </a:xfrm>
        </p:spPr>
        <p:txBody>
          <a:bodyPr/>
          <a:lstStyle>
            <a:lvl1pPr marL="0" indent="0">
              <a:buNone/>
              <a:defRPr sz="1000" b="0">
                <a:solidFill>
                  <a:schemeClr val="accent5"/>
                </a:solidFill>
                <a:latin typeface="+mn-lt"/>
              </a:defRPr>
            </a:lvl1pPr>
            <a:lvl2pPr marL="179996" indent="-179996">
              <a:buFont typeface="Arial" panose="020B0604020202020204" pitchFamily="34" charset="0"/>
              <a:buChar char="•"/>
              <a:defRPr sz="1000" b="0">
                <a:solidFill>
                  <a:schemeClr val="accent5"/>
                </a:solidFill>
                <a:latin typeface="+mn-lt"/>
              </a:defRPr>
            </a:lvl2pPr>
            <a:lvl3pPr>
              <a:defRPr sz="10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60" name="Content Placeholder 2">
            <a:extLst>
              <a:ext uri="{FF2B5EF4-FFF2-40B4-BE49-F238E27FC236}">
                <a16:creationId xmlns:a16="http://schemas.microsoft.com/office/drawing/2014/main" id="{B9795B59-364E-47A6-8872-AEC82EC6BA4E}"/>
              </a:ext>
            </a:extLst>
          </p:cNvPr>
          <p:cNvSpPr>
            <a:spLocks noGrp="1"/>
          </p:cNvSpPr>
          <p:nvPr>
            <p:ph idx="17"/>
          </p:nvPr>
        </p:nvSpPr>
        <p:spPr>
          <a:xfrm>
            <a:off x="5136097" y="3483908"/>
            <a:ext cx="2044700" cy="2605486"/>
          </a:xfrm>
        </p:spPr>
        <p:txBody>
          <a:bodyPr/>
          <a:lstStyle>
            <a:lvl1pPr marL="0" indent="0">
              <a:buNone/>
              <a:defRPr sz="1000" b="0">
                <a:solidFill>
                  <a:schemeClr val="accent5"/>
                </a:solidFill>
                <a:latin typeface="+mn-lt"/>
              </a:defRPr>
            </a:lvl1pPr>
            <a:lvl2pPr marL="179996" indent="-179996">
              <a:buFont typeface="Arial" panose="020B0604020202020204" pitchFamily="34" charset="0"/>
              <a:buChar char="•"/>
              <a:defRPr sz="1000" b="0">
                <a:solidFill>
                  <a:schemeClr val="accent5"/>
                </a:solidFill>
                <a:latin typeface="+mn-lt"/>
              </a:defRPr>
            </a:lvl2pPr>
            <a:lvl3pPr>
              <a:defRPr sz="10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sp>
        <p:nvSpPr>
          <p:cNvPr id="61" name="Content Placeholder 2">
            <a:extLst>
              <a:ext uri="{FF2B5EF4-FFF2-40B4-BE49-F238E27FC236}">
                <a16:creationId xmlns:a16="http://schemas.microsoft.com/office/drawing/2014/main" id="{A4D0AF55-4C72-4F7E-814B-B4E4DC1A0AC3}"/>
              </a:ext>
            </a:extLst>
          </p:cNvPr>
          <p:cNvSpPr>
            <a:spLocks noGrp="1"/>
          </p:cNvSpPr>
          <p:nvPr>
            <p:ph idx="18"/>
          </p:nvPr>
        </p:nvSpPr>
        <p:spPr>
          <a:xfrm>
            <a:off x="7500946" y="3483908"/>
            <a:ext cx="2044700" cy="2605486"/>
          </a:xfrm>
        </p:spPr>
        <p:txBody>
          <a:bodyPr/>
          <a:lstStyle>
            <a:lvl1pPr marL="0" indent="0">
              <a:buNone/>
              <a:defRPr sz="1000" b="0">
                <a:solidFill>
                  <a:schemeClr val="accent5"/>
                </a:solidFill>
                <a:latin typeface="+mn-lt"/>
              </a:defRPr>
            </a:lvl1pPr>
            <a:lvl2pPr marL="179996" indent="-179996">
              <a:buFont typeface="Arial" panose="020B0604020202020204" pitchFamily="34" charset="0"/>
              <a:buChar char="•"/>
              <a:defRPr sz="1000" b="0">
                <a:solidFill>
                  <a:schemeClr val="accent5"/>
                </a:solidFill>
                <a:latin typeface="+mn-lt"/>
              </a:defRPr>
            </a:lvl2pPr>
            <a:lvl3pPr>
              <a:defRPr sz="10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cxnSp>
        <p:nvCxnSpPr>
          <p:cNvPr id="30" name="Gerader Verbinder 29">
            <a:extLst>
              <a:ext uri="{FF2B5EF4-FFF2-40B4-BE49-F238E27FC236}">
                <a16:creationId xmlns:a16="http://schemas.microsoft.com/office/drawing/2014/main" id="{F1B0C756-BD82-49FF-9A2C-A8A9B048E859}"/>
              </a:ext>
            </a:extLst>
          </p:cNvPr>
          <p:cNvCxnSpPr/>
          <p:nvPr userDrawn="1"/>
        </p:nvCxnSpPr>
        <p:spPr>
          <a:xfrm flipV="1">
            <a:off x="8833487"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F32B280A-648C-40BF-AFC6-269335D157E8}"/>
              </a:ext>
            </a:extLst>
          </p:cNvPr>
          <p:cNvCxnSpPr/>
          <p:nvPr userDrawn="1"/>
        </p:nvCxnSpPr>
        <p:spPr>
          <a:xfrm flipV="1">
            <a:off x="92589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3" name="Datumsplatzhalter 2">
            <a:extLst>
              <a:ext uri="{FF2B5EF4-FFF2-40B4-BE49-F238E27FC236}">
                <a16:creationId xmlns:a16="http://schemas.microsoft.com/office/drawing/2014/main" id="{038103AD-A48A-4767-9A55-C5FA65380F87}"/>
              </a:ext>
            </a:extLst>
          </p:cNvPr>
          <p:cNvSpPr>
            <a:spLocks noGrp="1"/>
          </p:cNvSpPr>
          <p:nvPr>
            <p:ph type="dt" sz="half" idx="19"/>
          </p:nvPr>
        </p:nvSpPr>
        <p:spPr/>
        <p:txBody>
          <a:bodyPr/>
          <a:lstStyle/>
          <a:p>
            <a:fld id="{ED05E8D6-CD4A-4EF3-AAF0-085B830F8C19}" type="datetime1">
              <a:rPr lang="de-DE" smtClean="0"/>
              <a:t>15.10.2026</a:t>
            </a:fld>
            <a:endParaRPr lang="de-DE"/>
          </a:p>
        </p:txBody>
      </p:sp>
      <p:sp>
        <p:nvSpPr>
          <p:cNvPr id="5" name="Foliennummernplatzhalter 4">
            <a:extLst>
              <a:ext uri="{FF2B5EF4-FFF2-40B4-BE49-F238E27FC236}">
                <a16:creationId xmlns:a16="http://schemas.microsoft.com/office/drawing/2014/main" id="{D0CF3078-45BF-484D-BBA4-46D1AEF8F285}"/>
              </a:ext>
            </a:extLst>
          </p:cNvPr>
          <p:cNvSpPr>
            <a:spLocks noGrp="1"/>
          </p:cNvSpPr>
          <p:nvPr>
            <p:ph type="sldNum" sz="quarter" idx="20"/>
          </p:nvPr>
        </p:nvSpPr>
        <p:spPr/>
        <p:txBody>
          <a:bodyPr/>
          <a:lstStyle/>
          <a:p>
            <a:fld id="{2EA6AC58-99FC-40D1-8A10-4777F7BB7286}" type="slidenum">
              <a:rPr lang="de-DE" smtClean="0"/>
              <a:pPr/>
              <a:t>‹Nr.›</a:t>
            </a:fld>
            <a:endParaRPr lang="de-DE"/>
          </a:p>
        </p:txBody>
      </p:sp>
      <p:sp>
        <p:nvSpPr>
          <p:cNvPr id="25" name="Textplatzhalter 8">
            <a:extLst>
              <a:ext uri="{FF2B5EF4-FFF2-40B4-BE49-F238E27FC236}">
                <a16:creationId xmlns:a16="http://schemas.microsoft.com/office/drawing/2014/main" id="{18C995AC-AD1F-4090-8F8D-4DB71CA8A2A4}"/>
              </a:ext>
            </a:extLst>
          </p:cNvPr>
          <p:cNvSpPr>
            <a:spLocks noGrp="1"/>
          </p:cNvSpPr>
          <p:nvPr>
            <p:ph type="body" sz="quarter" idx="21"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cxnSp>
        <p:nvCxnSpPr>
          <p:cNvPr id="28" name="Gerader Verbinder 27">
            <a:extLst>
              <a:ext uri="{FF2B5EF4-FFF2-40B4-BE49-F238E27FC236}">
                <a16:creationId xmlns:a16="http://schemas.microsoft.com/office/drawing/2014/main" id="{611A8345-C296-40FE-BC80-EAB24D976F4C}"/>
              </a:ext>
            </a:extLst>
          </p:cNvPr>
          <p:cNvCxnSpPr/>
          <p:nvPr userDrawn="1"/>
        </p:nvCxnSpPr>
        <p:spPr>
          <a:xfrm flipH="1">
            <a:off x="-304797" y="148590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AE92B18-D16F-4E6B-A272-768C366128F8}"/>
              </a:ext>
            </a:extLst>
          </p:cNvPr>
          <p:cNvSpPr txBox="1"/>
          <p:nvPr userDrawn="1"/>
        </p:nvSpPr>
        <p:spPr>
          <a:xfrm>
            <a:off x="-285748" y="1519245"/>
            <a:ext cx="260349" cy="92333"/>
          </a:xfrm>
          <a:prstGeom prst="rect">
            <a:avLst/>
          </a:prstGeom>
          <a:noFill/>
        </p:spPr>
        <p:txBody>
          <a:bodyPr wrap="square" lIns="0" tIns="0" rIns="0" bIns="0" rtlCol="0">
            <a:noAutofit/>
          </a:bodyPr>
          <a:lstStyle/>
          <a:p>
            <a:r>
              <a:rPr lang="de-DE" sz="600"/>
              <a:t>5,40</a:t>
            </a:r>
          </a:p>
        </p:txBody>
      </p:sp>
      <p:sp>
        <p:nvSpPr>
          <p:cNvPr id="44" name="Content Placeholder 2">
            <a:extLst>
              <a:ext uri="{FF2B5EF4-FFF2-40B4-BE49-F238E27FC236}">
                <a16:creationId xmlns:a16="http://schemas.microsoft.com/office/drawing/2014/main" id="{F1DDD0EF-DA0F-425B-884B-820F28B5A31F}"/>
              </a:ext>
            </a:extLst>
          </p:cNvPr>
          <p:cNvSpPr>
            <a:spLocks noGrp="1"/>
          </p:cNvSpPr>
          <p:nvPr>
            <p:ph idx="33"/>
          </p:nvPr>
        </p:nvSpPr>
        <p:spPr>
          <a:xfrm>
            <a:off x="9865795" y="3483908"/>
            <a:ext cx="2044700" cy="2605486"/>
          </a:xfrm>
        </p:spPr>
        <p:txBody>
          <a:bodyPr/>
          <a:lstStyle>
            <a:lvl1pPr marL="0" indent="0">
              <a:buNone/>
              <a:defRPr sz="1000" b="0">
                <a:solidFill>
                  <a:schemeClr val="accent5"/>
                </a:solidFill>
                <a:latin typeface="+mn-lt"/>
              </a:defRPr>
            </a:lvl1pPr>
            <a:lvl2pPr marL="179996" indent="-179996">
              <a:buFont typeface="Arial" panose="020B0604020202020204" pitchFamily="34" charset="0"/>
              <a:buChar char="•"/>
              <a:defRPr sz="1000" b="0">
                <a:solidFill>
                  <a:schemeClr val="accent5"/>
                </a:solidFill>
                <a:latin typeface="+mn-lt"/>
              </a:defRPr>
            </a:lvl2pPr>
            <a:lvl3pPr>
              <a:defRPr sz="1000" b="0">
                <a:solidFill>
                  <a:schemeClr val="accent5"/>
                </a:solidFill>
                <a:latin typeface="+mn-lt"/>
              </a:defRPr>
            </a:lvl3pPr>
          </a:lstStyle>
          <a:p>
            <a:pPr lvl="0"/>
            <a:r>
              <a:rPr lang="de-DE"/>
              <a:t>Mastertextformat bearbeiten</a:t>
            </a:r>
          </a:p>
          <a:p>
            <a:pPr lvl="1"/>
            <a:r>
              <a:rPr lang="de-DE"/>
              <a:t>Zweite Ebene</a:t>
            </a:r>
          </a:p>
          <a:p>
            <a:pPr lvl="2"/>
            <a:r>
              <a:rPr lang="de-DE"/>
              <a:t>Dritte Ebene</a:t>
            </a:r>
          </a:p>
        </p:txBody>
      </p:sp>
      <p:cxnSp>
        <p:nvCxnSpPr>
          <p:cNvPr id="47" name="Gerader Verbinder 46">
            <a:extLst>
              <a:ext uri="{FF2B5EF4-FFF2-40B4-BE49-F238E27FC236}">
                <a16:creationId xmlns:a16="http://schemas.microsoft.com/office/drawing/2014/main" id="{44C6034E-1095-4234-9399-D399460E9732}"/>
              </a:ext>
            </a:extLst>
          </p:cNvPr>
          <p:cNvCxnSpPr>
            <a:cxnSpLocks/>
          </p:cNvCxnSpPr>
          <p:nvPr userDrawn="1"/>
        </p:nvCxnSpPr>
        <p:spPr>
          <a:xfrm>
            <a:off x="412823" y="3374092"/>
            <a:ext cx="2038276"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48" name="Textplatzhalter 2">
            <a:extLst>
              <a:ext uri="{FF2B5EF4-FFF2-40B4-BE49-F238E27FC236}">
                <a16:creationId xmlns:a16="http://schemas.microsoft.com/office/drawing/2014/main" id="{4004EE8F-339B-4D21-A15F-1D6F01E0044D}"/>
              </a:ext>
            </a:extLst>
          </p:cNvPr>
          <p:cNvSpPr>
            <a:spLocks noGrp="1"/>
          </p:cNvSpPr>
          <p:nvPr>
            <p:ph type="body" sz="quarter" idx="37" hasCustomPrompt="1"/>
          </p:nvPr>
        </p:nvSpPr>
        <p:spPr>
          <a:xfrm>
            <a:off x="406399" y="3088964"/>
            <a:ext cx="2044700" cy="189732"/>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2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49" name="Gerader Verbinder 48">
            <a:extLst>
              <a:ext uri="{FF2B5EF4-FFF2-40B4-BE49-F238E27FC236}">
                <a16:creationId xmlns:a16="http://schemas.microsoft.com/office/drawing/2014/main" id="{12966438-6209-416F-86EE-3652A48B4BE7}"/>
              </a:ext>
            </a:extLst>
          </p:cNvPr>
          <p:cNvCxnSpPr>
            <a:cxnSpLocks/>
          </p:cNvCxnSpPr>
          <p:nvPr userDrawn="1"/>
        </p:nvCxnSpPr>
        <p:spPr>
          <a:xfrm>
            <a:off x="2777672" y="3374092"/>
            <a:ext cx="2038276"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50" name="Textplatzhalter 2">
            <a:extLst>
              <a:ext uri="{FF2B5EF4-FFF2-40B4-BE49-F238E27FC236}">
                <a16:creationId xmlns:a16="http://schemas.microsoft.com/office/drawing/2014/main" id="{B3D3BE41-9CF5-4477-B03E-34A506757DA4}"/>
              </a:ext>
            </a:extLst>
          </p:cNvPr>
          <p:cNvSpPr>
            <a:spLocks noGrp="1"/>
          </p:cNvSpPr>
          <p:nvPr>
            <p:ph type="body" sz="quarter" idx="38" hasCustomPrompt="1"/>
          </p:nvPr>
        </p:nvSpPr>
        <p:spPr>
          <a:xfrm>
            <a:off x="2771248" y="3088964"/>
            <a:ext cx="2044700" cy="189732"/>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2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62" name="Gerader Verbinder 61">
            <a:extLst>
              <a:ext uri="{FF2B5EF4-FFF2-40B4-BE49-F238E27FC236}">
                <a16:creationId xmlns:a16="http://schemas.microsoft.com/office/drawing/2014/main" id="{2FAC5CCF-2ACD-4325-B00E-F7B0F7F8E0D8}"/>
              </a:ext>
            </a:extLst>
          </p:cNvPr>
          <p:cNvCxnSpPr>
            <a:cxnSpLocks/>
          </p:cNvCxnSpPr>
          <p:nvPr userDrawn="1"/>
        </p:nvCxnSpPr>
        <p:spPr>
          <a:xfrm>
            <a:off x="5142521" y="3374092"/>
            <a:ext cx="2038276"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63" name="Textplatzhalter 2">
            <a:extLst>
              <a:ext uri="{FF2B5EF4-FFF2-40B4-BE49-F238E27FC236}">
                <a16:creationId xmlns:a16="http://schemas.microsoft.com/office/drawing/2014/main" id="{DCC5C85E-270E-4DE1-8E7D-F90EDBCC86AA}"/>
              </a:ext>
            </a:extLst>
          </p:cNvPr>
          <p:cNvSpPr>
            <a:spLocks noGrp="1"/>
          </p:cNvSpPr>
          <p:nvPr>
            <p:ph type="body" sz="quarter" idx="39" hasCustomPrompt="1"/>
          </p:nvPr>
        </p:nvSpPr>
        <p:spPr>
          <a:xfrm>
            <a:off x="5136097" y="3088964"/>
            <a:ext cx="2044700" cy="189732"/>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2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64" name="Gerader Verbinder 63">
            <a:extLst>
              <a:ext uri="{FF2B5EF4-FFF2-40B4-BE49-F238E27FC236}">
                <a16:creationId xmlns:a16="http://schemas.microsoft.com/office/drawing/2014/main" id="{4C78D541-9C26-406B-9B66-81D143BD409A}"/>
              </a:ext>
            </a:extLst>
          </p:cNvPr>
          <p:cNvCxnSpPr>
            <a:cxnSpLocks/>
          </p:cNvCxnSpPr>
          <p:nvPr userDrawn="1"/>
        </p:nvCxnSpPr>
        <p:spPr>
          <a:xfrm>
            <a:off x="7507370" y="3374092"/>
            <a:ext cx="2038276"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65" name="Textplatzhalter 2">
            <a:extLst>
              <a:ext uri="{FF2B5EF4-FFF2-40B4-BE49-F238E27FC236}">
                <a16:creationId xmlns:a16="http://schemas.microsoft.com/office/drawing/2014/main" id="{2CB431A5-A2A7-4AC7-A80C-70E64AF63577}"/>
              </a:ext>
            </a:extLst>
          </p:cNvPr>
          <p:cNvSpPr>
            <a:spLocks noGrp="1"/>
          </p:cNvSpPr>
          <p:nvPr>
            <p:ph type="body" sz="quarter" idx="40" hasCustomPrompt="1"/>
          </p:nvPr>
        </p:nvSpPr>
        <p:spPr>
          <a:xfrm>
            <a:off x="7500946" y="3088964"/>
            <a:ext cx="2044700" cy="189732"/>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2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66" name="Gerader Verbinder 65">
            <a:extLst>
              <a:ext uri="{FF2B5EF4-FFF2-40B4-BE49-F238E27FC236}">
                <a16:creationId xmlns:a16="http://schemas.microsoft.com/office/drawing/2014/main" id="{4D52FC0B-DDB0-44B1-A213-8E594550E9E6}"/>
              </a:ext>
            </a:extLst>
          </p:cNvPr>
          <p:cNvCxnSpPr>
            <a:cxnSpLocks/>
          </p:cNvCxnSpPr>
          <p:nvPr userDrawn="1"/>
        </p:nvCxnSpPr>
        <p:spPr>
          <a:xfrm>
            <a:off x="9865795" y="3374092"/>
            <a:ext cx="2038276"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67" name="Textplatzhalter 2">
            <a:extLst>
              <a:ext uri="{FF2B5EF4-FFF2-40B4-BE49-F238E27FC236}">
                <a16:creationId xmlns:a16="http://schemas.microsoft.com/office/drawing/2014/main" id="{B266D593-BF35-4950-B373-DC445CE60EA8}"/>
              </a:ext>
            </a:extLst>
          </p:cNvPr>
          <p:cNvSpPr>
            <a:spLocks noGrp="1"/>
          </p:cNvSpPr>
          <p:nvPr>
            <p:ph type="body" sz="quarter" idx="41" hasCustomPrompt="1"/>
          </p:nvPr>
        </p:nvSpPr>
        <p:spPr>
          <a:xfrm>
            <a:off x="9865795" y="3088964"/>
            <a:ext cx="2044700" cy="189732"/>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2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sp>
        <p:nvSpPr>
          <p:cNvPr id="2" name="Fußzeilenplatzhalter 1">
            <a:extLst>
              <a:ext uri="{FF2B5EF4-FFF2-40B4-BE49-F238E27FC236}">
                <a16:creationId xmlns:a16="http://schemas.microsoft.com/office/drawing/2014/main" id="{00AE8098-27C0-A7DA-3322-6818A95D13D3}"/>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Tree>
    <p:extLst>
      <p:ext uri="{BB962C8B-B14F-4D97-AF65-F5344CB8AC3E}">
        <p14:creationId xmlns:p14="http://schemas.microsoft.com/office/powerpoint/2010/main" val="3899224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2115">
          <p15:clr>
            <a:srgbClr val="FBAE40"/>
          </p15:clr>
        </p15:guide>
        <p15:guide id="6" pos="3705">
          <p15:clr>
            <a:srgbClr val="FBAE40"/>
          </p15:clr>
        </p15:guide>
        <p15:guide id="7" pos="3975">
          <p15:clr>
            <a:srgbClr val="FBAE40"/>
          </p15:clr>
        </p15:guide>
        <p15:guide id="10" pos="1844">
          <p15:clr>
            <a:srgbClr val="FBAE40"/>
          </p15:clr>
        </p15:guide>
        <p15:guide id="11" pos="5565">
          <p15:clr>
            <a:srgbClr val="FBAE40"/>
          </p15:clr>
        </p15:guide>
        <p15:guide id="12" pos="583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3_BILD (vollflächig)">
    <p:spTree>
      <p:nvGrpSpPr>
        <p:cNvPr id="1" name=""/>
        <p:cNvGrpSpPr/>
        <p:nvPr/>
      </p:nvGrpSpPr>
      <p:grpSpPr>
        <a:xfrm>
          <a:off x="0" y="0"/>
          <a:ext cx="0" cy="0"/>
          <a:chOff x="0" y="0"/>
          <a:chExt cx="0" cy="0"/>
        </a:xfrm>
      </p:grpSpPr>
      <p:sp>
        <p:nvSpPr>
          <p:cNvPr id="196" name="Bildplatzhalter 195">
            <a:extLst>
              <a:ext uri="{FF2B5EF4-FFF2-40B4-BE49-F238E27FC236}">
                <a16:creationId xmlns:a16="http://schemas.microsoft.com/office/drawing/2014/main" id="{76960767-AF06-44E9-B11F-0CBFC915F979}"/>
              </a:ext>
            </a:extLst>
          </p:cNvPr>
          <p:cNvSpPr>
            <a:spLocks noGrp="1"/>
          </p:cNvSpPr>
          <p:nvPr>
            <p:ph type="pic" sz="quarter" idx="13" hasCustomPrompt="1"/>
          </p:nvPr>
        </p:nvSpPr>
        <p:spPr>
          <a:xfrm>
            <a:off x="0" y="0"/>
            <a:ext cx="12193200" cy="6858000"/>
          </a:xfrm>
          <a:custGeom>
            <a:avLst/>
            <a:gdLst>
              <a:gd name="connsiteX0" fmla="*/ 0 w 12193200"/>
              <a:gd name="connsiteY0" fmla="*/ 0 h 6858000"/>
              <a:gd name="connsiteX1" fmla="*/ 10091913 w 12193200"/>
              <a:gd name="connsiteY1" fmla="*/ 0 h 6858000"/>
              <a:gd name="connsiteX2" fmla="*/ 10091913 w 12193200"/>
              <a:gd name="connsiteY2" fmla="*/ 666000 h 6858000"/>
              <a:gd name="connsiteX3" fmla="*/ 11787188 w 12193200"/>
              <a:gd name="connsiteY3" fmla="*/ 666000 h 6858000"/>
              <a:gd name="connsiteX4" fmla="*/ 11787188 w 12193200"/>
              <a:gd name="connsiteY4" fmla="*/ 0 h 6858000"/>
              <a:gd name="connsiteX5" fmla="*/ 12193200 w 12193200"/>
              <a:gd name="connsiteY5" fmla="*/ 0 h 6858000"/>
              <a:gd name="connsiteX6" fmla="*/ 12193200 w 12193200"/>
              <a:gd name="connsiteY6" fmla="*/ 6858000 h 6858000"/>
              <a:gd name="connsiteX7" fmla="*/ 0 w 121932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200" h="6858000">
                <a:moveTo>
                  <a:pt x="0" y="0"/>
                </a:moveTo>
                <a:lnTo>
                  <a:pt x="10091913" y="0"/>
                </a:lnTo>
                <a:lnTo>
                  <a:pt x="10091913" y="666000"/>
                </a:lnTo>
                <a:lnTo>
                  <a:pt x="11787188" y="666000"/>
                </a:lnTo>
                <a:lnTo>
                  <a:pt x="11787188" y="0"/>
                </a:lnTo>
                <a:lnTo>
                  <a:pt x="12193200" y="0"/>
                </a:lnTo>
                <a:lnTo>
                  <a:pt x="12193200" y="6858000"/>
                </a:lnTo>
                <a:lnTo>
                  <a:pt x="0" y="6858000"/>
                </a:lnTo>
                <a:close/>
              </a:path>
            </a:pathLst>
          </a:custGeom>
          <a:pattFill prst="ltUpDiag">
            <a:fgClr>
              <a:srgbClr val="4C5356"/>
            </a:fgClr>
            <a:bgClr>
              <a:schemeClr val="bg1"/>
            </a:bgClr>
          </a:pattFill>
        </p:spPr>
        <p:txBody>
          <a:bodyPr wrap="square" anchor="ctr">
            <a:noAutofit/>
          </a:bodyP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cxnSp>
        <p:nvCxnSpPr>
          <p:cNvPr id="203" name="Gerader Verbinder 202">
            <a:extLst>
              <a:ext uri="{FF2B5EF4-FFF2-40B4-BE49-F238E27FC236}">
                <a16:creationId xmlns:a16="http://schemas.microsoft.com/office/drawing/2014/main" id="{FEC95853-4843-4ADB-96DB-8E49B1B46714}"/>
              </a:ext>
            </a:extLst>
          </p:cNvPr>
          <p:cNvCxnSpPr/>
          <p:nvPr userDrawn="1"/>
        </p:nvCxnSpPr>
        <p:spPr>
          <a:xfrm flipH="1">
            <a:off x="-304797" y="6451601"/>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204" name="Textfeld 203">
            <a:extLst>
              <a:ext uri="{FF2B5EF4-FFF2-40B4-BE49-F238E27FC236}">
                <a16:creationId xmlns:a16="http://schemas.microsoft.com/office/drawing/2014/main" id="{DDA755C6-DCE0-4EF3-948A-0821F9DC7601}"/>
              </a:ext>
            </a:extLst>
          </p:cNvPr>
          <p:cNvSpPr txBox="1"/>
          <p:nvPr userDrawn="1"/>
        </p:nvSpPr>
        <p:spPr>
          <a:xfrm>
            <a:off x="-285748" y="6351593"/>
            <a:ext cx="260349" cy="92333"/>
          </a:xfrm>
          <a:prstGeom prst="rect">
            <a:avLst/>
          </a:prstGeom>
          <a:noFill/>
        </p:spPr>
        <p:txBody>
          <a:bodyPr wrap="square" lIns="0" tIns="0" rIns="0" bIns="0" rtlCol="0">
            <a:noAutofit/>
          </a:bodyPr>
          <a:lstStyle/>
          <a:p>
            <a:r>
              <a:rPr lang="de-DE" sz="600"/>
              <a:t>8,40</a:t>
            </a:r>
          </a:p>
        </p:txBody>
      </p:sp>
      <p:cxnSp>
        <p:nvCxnSpPr>
          <p:cNvPr id="205" name="Gerader Verbinder 204">
            <a:extLst>
              <a:ext uri="{FF2B5EF4-FFF2-40B4-BE49-F238E27FC236}">
                <a16:creationId xmlns:a16="http://schemas.microsoft.com/office/drawing/2014/main" id="{67432713-C861-46D8-826B-307A10ECAD6A}"/>
              </a:ext>
            </a:extLst>
          </p:cNvPr>
          <p:cNvCxnSpPr/>
          <p:nvPr userDrawn="1"/>
        </p:nvCxnSpPr>
        <p:spPr>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C28C9DD7-E5C8-4BAC-8AE1-AD4778E709C8}"/>
              </a:ext>
            </a:extLst>
          </p:cNvPr>
          <p:cNvCxnSpPr/>
          <p:nvPr userDrawn="1"/>
        </p:nvCxnSpPr>
        <p:spPr>
          <a:xfrm flipH="1">
            <a:off x="-304797" y="148590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209" name="Textfeld 208">
            <a:extLst>
              <a:ext uri="{FF2B5EF4-FFF2-40B4-BE49-F238E27FC236}">
                <a16:creationId xmlns:a16="http://schemas.microsoft.com/office/drawing/2014/main" id="{E725183D-7D7A-4AA2-AD41-D4471B6120A9}"/>
              </a:ext>
            </a:extLst>
          </p:cNvPr>
          <p:cNvSpPr txBox="1"/>
          <p:nvPr userDrawn="1"/>
        </p:nvSpPr>
        <p:spPr>
          <a:xfrm>
            <a:off x="-285748" y="1519245"/>
            <a:ext cx="260349" cy="92333"/>
          </a:xfrm>
          <a:prstGeom prst="rect">
            <a:avLst/>
          </a:prstGeom>
          <a:noFill/>
        </p:spPr>
        <p:txBody>
          <a:bodyPr wrap="square" lIns="0" tIns="0" rIns="0" bIns="0" rtlCol="0">
            <a:noAutofit/>
          </a:bodyPr>
          <a:lstStyle/>
          <a:p>
            <a:r>
              <a:rPr lang="de-DE" sz="600"/>
              <a:t>5,40</a:t>
            </a:r>
          </a:p>
        </p:txBody>
      </p:sp>
      <p:cxnSp>
        <p:nvCxnSpPr>
          <p:cNvPr id="210" name="Gerader Verbinder 209">
            <a:extLst>
              <a:ext uri="{FF2B5EF4-FFF2-40B4-BE49-F238E27FC236}">
                <a16:creationId xmlns:a16="http://schemas.microsoft.com/office/drawing/2014/main" id="{97BCBAE2-197B-46AD-9D4D-9EE086A373EA}"/>
              </a:ext>
            </a:extLst>
          </p:cNvPr>
          <p:cNvCxnSpPr/>
          <p:nvPr userDrawn="1"/>
        </p:nvCxnSpPr>
        <p:spPr>
          <a:xfrm flipH="1">
            <a:off x="-304797" y="1223171"/>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211" name="Textfeld 210">
            <a:extLst>
              <a:ext uri="{FF2B5EF4-FFF2-40B4-BE49-F238E27FC236}">
                <a16:creationId xmlns:a16="http://schemas.microsoft.com/office/drawing/2014/main" id="{96326A4F-B967-4496-B32A-E29A90A12FA8}"/>
              </a:ext>
            </a:extLst>
          </p:cNvPr>
          <p:cNvSpPr txBox="1"/>
          <p:nvPr userDrawn="1"/>
        </p:nvSpPr>
        <p:spPr>
          <a:xfrm>
            <a:off x="-285748" y="1256513"/>
            <a:ext cx="260349" cy="92333"/>
          </a:xfrm>
          <a:prstGeom prst="rect">
            <a:avLst/>
          </a:prstGeom>
          <a:noFill/>
        </p:spPr>
        <p:txBody>
          <a:bodyPr wrap="square" lIns="0" tIns="0" rIns="0" bIns="0" rtlCol="0">
            <a:noAutofit/>
          </a:bodyPr>
          <a:lstStyle/>
          <a:p>
            <a:r>
              <a:rPr lang="de-DE" sz="600"/>
              <a:t>6,13</a:t>
            </a:r>
          </a:p>
        </p:txBody>
      </p:sp>
      <p:cxnSp>
        <p:nvCxnSpPr>
          <p:cNvPr id="212" name="Gerader Verbinder 211">
            <a:extLst>
              <a:ext uri="{FF2B5EF4-FFF2-40B4-BE49-F238E27FC236}">
                <a16:creationId xmlns:a16="http://schemas.microsoft.com/office/drawing/2014/main" id="{238A3C13-A461-4859-9D18-4DD4008290A3}"/>
              </a:ext>
            </a:extLst>
          </p:cNvPr>
          <p:cNvCxnSpPr/>
          <p:nvPr userDrawn="1"/>
        </p:nvCxnSpPr>
        <p:spPr>
          <a:xfrm flipH="1">
            <a:off x="-304797" y="407196"/>
            <a:ext cx="2222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3" name="Gerader Verbinder 212">
            <a:extLst>
              <a:ext uri="{FF2B5EF4-FFF2-40B4-BE49-F238E27FC236}">
                <a16:creationId xmlns:a16="http://schemas.microsoft.com/office/drawing/2014/main" id="{3968D5EC-73AA-4DC6-BD22-1C084503C800}"/>
              </a:ext>
            </a:extLst>
          </p:cNvPr>
          <p:cNvCxnSpPr/>
          <p:nvPr userDrawn="1"/>
        </p:nvCxnSpPr>
        <p:spPr>
          <a:xfrm flipH="1">
            <a:off x="-304797" y="674211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214" name="Textfeld 213">
            <a:extLst>
              <a:ext uri="{FF2B5EF4-FFF2-40B4-BE49-F238E27FC236}">
                <a16:creationId xmlns:a16="http://schemas.microsoft.com/office/drawing/2014/main" id="{F8601DFA-E37A-4DFA-9506-0CE7394F4F2C}"/>
              </a:ext>
            </a:extLst>
          </p:cNvPr>
          <p:cNvSpPr txBox="1"/>
          <p:nvPr userDrawn="1"/>
        </p:nvSpPr>
        <p:spPr>
          <a:xfrm>
            <a:off x="-285748" y="6775456"/>
            <a:ext cx="260349" cy="92333"/>
          </a:xfrm>
          <a:prstGeom prst="rect">
            <a:avLst/>
          </a:prstGeom>
          <a:noFill/>
        </p:spPr>
        <p:txBody>
          <a:bodyPr wrap="square" lIns="0" tIns="0" rIns="0" bIns="0" rtlCol="0">
            <a:noAutofit/>
          </a:bodyPr>
          <a:lstStyle/>
          <a:p>
            <a:r>
              <a:rPr lang="de-DE" sz="600"/>
              <a:t>9,19</a:t>
            </a:r>
          </a:p>
        </p:txBody>
      </p:sp>
      <p:cxnSp>
        <p:nvCxnSpPr>
          <p:cNvPr id="215" name="Gerader Verbinder 214">
            <a:extLst>
              <a:ext uri="{FF2B5EF4-FFF2-40B4-BE49-F238E27FC236}">
                <a16:creationId xmlns:a16="http://schemas.microsoft.com/office/drawing/2014/main" id="{447C887B-C198-44B2-ADD2-C2F18DC4F9C1}"/>
              </a:ext>
            </a:extLst>
          </p:cNvPr>
          <p:cNvCxnSpPr/>
          <p:nvPr userDrawn="1"/>
        </p:nvCxnSpPr>
        <p:spPr>
          <a:xfrm flipH="1">
            <a:off x="-304797" y="664686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216" name="Textfeld 215">
            <a:extLst>
              <a:ext uri="{FF2B5EF4-FFF2-40B4-BE49-F238E27FC236}">
                <a16:creationId xmlns:a16="http://schemas.microsoft.com/office/drawing/2014/main" id="{C2C35829-34DB-4CFD-BA50-90D835E25397}"/>
              </a:ext>
            </a:extLst>
          </p:cNvPr>
          <p:cNvSpPr txBox="1"/>
          <p:nvPr userDrawn="1"/>
        </p:nvSpPr>
        <p:spPr>
          <a:xfrm>
            <a:off x="-285748" y="6537331"/>
            <a:ext cx="260349" cy="92333"/>
          </a:xfrm>
          <a:prstGeom prst="rect">
            <a:avLst/>
          </a:prstGeom>
          <a:noFill/>
        </p:spPr>
        <p:txBody>
          <a:bodyPr wrap="square" lIns="0" tIns="0" rIns="0" bIns="0" rtlCol="0">
            <a:noAutofit/>
          </a:bodyPr>
          <a:lstStyle/>
          <a:p>
            <a:r>
              <a:rPr lang="de-DE" sz="600"/>
              <a:t>8,94</a:t>
            </a:r>
          </a:p>
        </p:txBody>
      </p:sp>
      <p:sp>
        <p:nvSpPr>
          <p:cNvPr id="217" name="Textfeld 216">
            <a:extLst>
              <a:ext uri="{FF2B5EF4-FFF2-40B4-BE49-F238E27FC236}">
                <a16:creationId xmlns:a16="http://schemas.microsoft.com/office/drawing/2014/main" id="{81BAC4C0-8F9F-4B46-AB6A-3C239DE0690B}"/>
              </a:ext>
            </a:extLst>
          </p:cNvPr>
          <p:cNvSpPr txBox="1"/>
          <p:nvPr userDrawn="1"/>
        </p:nvSpPr>
        <p:spPr>
          <a:xfrm>
            <a:off x="-285748" y="440537"/>
            <a:ext cx="260349" cy="92333"/>
          </a:xfrm>
          <a:prstGeom prst="rect">
            <a:avLst/>
          </a:prstGeom>
          <a:noFill/>
        </p:spPr>
        <p:txBody>
          <a:bodyPr wrap="square" lIns="0" tIns="0" rIns="0" bIns="0" rtlCol="0">
            <a:noAutofit/>
          </a:bodyPr>
          <a:lstStyle/>
          <a:p>
            <a:r>
              <a:rPr lang="de-DE" sz="600"/>
              <a:t>8,40</a:t>
            </a:r>
          </a:p>
        </p:txBody>
      </p:sp>
      <p:cxnSp>
        <p:nvCxnSpPr>
          <p:cNvPr id="218" name="Gerader Verbinder 217">
            <a:extLst>
              <a:ext uri="{FF2B5EF4-FFF2-40B4-BE49-F238E27FC236}">
                <a16:creationId xmlns:a16="http://schemas.microsoft.com/office/drawing/2014/main" id="{18161F9F-76F8-4B29-8FD3-A32B449FFCAB}"/>
              </a:ext>
            </a:extLst>
          </p:cNvPr>
          <p:cNvCxnSpPr/>
          <p:nvPr userDrawn="1"/>
        </p:nvCxnSpPr>
        <p:spPr>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19" name="Textfeld 218">
            <a:extLst>
              <a:ext uri="{FF2B5EF4-FFF2-40B4-BE49-F238E27FC236}">
                <a16:creationId xmlns:a16="http://schemas.microsoft.com/office/drawing/2014/main" id="{653B8B26-8197-40F9-88F2-ED2830D0F9C3}"/>
              </a:ext>
            </a:extLst>
          </p:cNvPr>
          <p:cNvSpPr txBox="1"/>
          <p:nvPr userDrawn="1"/>
        </p:nvSpPr>
        <p:spPr>
          <a:xfrm>
            <a:off x="454666" y="-211931"/>
            <a:ext cx="298449" cy="92333"/>
          </a:xfrm>
          <a:prstGeom prst="rect">
            <a:avLst/>
          </a:prstGeom>
          <a:noFill/>
        </p:spPr>
        <p:txBody>
          <a:bodyPr wrap="square" lIns="0" tIns="0" rIns="0" bIns="0" rtlCol="0">
            <a:noAutofit/>
          </a:bodyPr>
          <a:lstStyle/>
          <a:p>
            <a:r>
              <a:rPr lang="de-DE" sz="600"/>
              <a:t>15,81</a:t>
            </a:r>
          </a:p>
        </p:txBody>
      </p:sp>
      <p:cxnSp>
        <p:nvCxnSpPr>
          <p:cNvPr id="220" name="Gerader Verbinder 219">
            <a:extLst>
              <a:ext uri="{FF2B5EF4-FFF2-40B4-BE49-F238E27FC236}">
                <a16:creationId xmlns:a16="http://schemas.microsoft.com/office/drawing/2014/main" id="{657D080F-B1A9-4BFC-8684-4C837D3C0974}"/>
              </a:ext>
            </a:extLst>
          </p:cNvPr>
          <p:cNvCxnSpPr/>
          <p:nvPr userDrawn="1"/>
        </p:nvCxnSpPr>
        <p:spPr>
          <a:xfrm flipV="1">
            <a:off x="11783219"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21" name="Textfeld 220">
            <a:extLst>
              <a:ext uri="{FF2B5EF4-FFF2-40B4-BE49-F238E27FC236}">
                <a16:creationId xmlns:a16="http://schemas.microsoft.com/office/drawing/2014/main" id="{18CF5C25-5087-49F5-9733-255904C6CEEC}"/>
              </a:ext>
            </a:extLst>
          </p:cNvPr>
          <p:cNvSpPr txBox="1"/>
          <p:nvPr userDrawn="1"/>
        </p:nvSpPr>
        <p:spPr>
          <a:xfrm>
            <a:off x="11833230" y="-211931"/>
            <a:ext cx="298449" cy="92333"/>
          </a:xfrm>
          <a:prstGeom prst="rect">
            <a:avLst/>
          </a:prstGeom>
          <a:noFill/>
        </p:spPr>
        <p:txBody>
          <a:bodyPr wrap="square" lIns="0" tIns="0" rIns="0" bIns="0" rtlCol="0">
            <a:noAutofit/>
          </a:bodyPr>
          <a:lstStyle/>
          <a:p>
            <a:r>
              <a:rPr lang="de-DE" sz="600"/>
              <a:t>15,81</a:t>
            </a:r>
          </a:p>
        </p:txBody>
      </p:sp>
      <p:sp>
        <p:nvSpPr>
          <p:cNvPr id="28" name="Textplatzhalter 8">
            <a:extLst>
              <a:ext uri="{FF2B5EF4-FFF2-40B4-BE49-F238E27FC236}">
                <a16:creationId xmlns:a16="http://schemas.microsoft.com/office/drawing/2014/main" id="{CACF50DF-B04E-40F2-AB74-7483F9D8208A}"/>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bg1"/>
                </a:solidFill>
                <a:latin typeface="+mj-lt"/>
              </a:defRPr>
            </a:lvl1pPr>
          </a:lstStyle>
          <a:p>
            <a:pPr lvl="0"/>
            <a:r>
              <a:rPr lang="de-DE"/>
              <a:t>Headline</a:t>
            </a:r>
          </a:p>
        </p:txBody>
      </p:sp>
      <p:sp>
        <p:nvSpPr>
          <p:cNvPr id="27" name="Foliennummernplatzhalter 5">
            <a:extLst>
              <a:ext uri="{FF2B5EF4-FFF2-40B4-BE49-F238E27FC236}">
                <a16:creationId xmlns:a16="http://schemas.microsoft.com/office/drawing/2014/main" id="{0DF02411-CEEA-448F-8A04-23268BBF8B36}"/>
              </a:ext>
            </a:extLst>
          </p:cNvPr>
          <p:cNvSpPr>
            <a:spLocks noGrp="1"/>
          </p:cNvSpPr>
          <p:nvPr>
            <p:ph type="sldNum" sz="quarter" idx="17"/>
          </p:nvPr>
        </p:nvSpPr>
        <p:spPr>
          <a:xfrm>
            <a:off x="11491912" y="6647656"/>
            <a:ext cx="295276" cy="90488"/>
          </a:xfrm>
        </p:spPr>
        <p:txBody>
          <a:bodyPr/>
          <a:lstStyle>
            <a:lvl1pPr>
              <a:defRPr>
                <a:solidFill>
                  <a:schemeClr val="bg1"/>
                </a:solidFill>
              </a:defRPr>
            </a:lvl1pPr>
          </a:lstStyle>
          <a:p>
            <a:fld id="{2EA6AC58-99FC-40D1-8A10-4777F7BB7286}" type="slidenum">
              <a:rPr lang="de-DE" smtClean="0"/>
              <a:pPr/>
              <a:t>‹Nr.›</a:t>
            </a:fld>
            <a:endParaRPr lang="de-DE"/>
          </a:p>
        </p:txBody>
      </p:sp>
      <p:sp>
        <p:nvSpPr>
          <p:cNvPr id="30" name="Datumsplatzhalter 4">
            <a:extLst>
              <a:ext uri="{FF2B5EF4-FFF2-40B4-BE49-F238E27FC236}">
                <a16:creationId xmlns:a16="http://schemas.microsoft.com/office/drawing/2014/main" id="{7CFC4566-8591-4C11-897E-2D345F7A2F09}"/>
              </a:ext>
            </a:extLst>
          </p:cNvPr>
          <p:cNvSpPr>
            <a:spLocks noGrp="1"/>
          </p:cNvSpPr>
          <p:nvPr>
            <p:ph type="dt" sz="half" idx="14"/>
          </p:nvPr>
        </p:nvSpPr>
        <p:spPr>
          <a:xfrm>
            <a:off x="406400" y="6647662"/>
            <a:ext cx="789933" cy="90489"/>
          </a:xfrm>
        </p:spPr>
        <p:txBody>
          <a:bodyPr/>
          <a:lstStyle>
            <a:lvl1pPr>
              <a:defRPr>
                <a:solidFill>
                  <a:schemeClr val="bg1"/>
                </a:solidFill>
              </a:defRPr>
            </a:lvl1pPr>
          </a:lstStyle>
          <a:p>
            <a:fld id="{3F1419D5-CC0A-4378-A0CE-4D6A88BD129F}" type="datetime1">
              <a:rPr lang="de-DE" smtClean="0"/>
              <a:t>15.10.2026</a:t>
            </a:fld>
            <a:endParaRPr lang="de-DE"/>
          </a:p>
        </p:txBody>
      </p:sp>
      <p:sp>
        <p:nvSpPr>
          <p:cNvPr id="4" name="Textplatzhalter 6">
            <a:extLst>
              <a:ext uri="{FF2B5EF4-FFF2-40B4-BE49-F238E27FC236}">
                <a16:creationId xmlns:a16="http://schemas.microsoft.com/office/drawing/2014/main" id="{162699E4-5937-BE18-1E46-C67E337C5865}"/>
              </a:ext>
            </a:extLst>
          </p:cNvPr>
          <p:cNvSpPr>
            <a:spLocks noGrp="1"/>
          </p:cNvSpPr>
          <p:nvPr>
            <p:ph type="body" sz="quarter" idx="18" hasCustomPrompt="1"/>
          </p:nvPr>
        </p:nvSpPr>
        <p:spPr>
          <a:xfrm>
            <a:off x="406401" y="408271"/>
            <a:ext cx="7199086" cy="269848"/>
          </a:xfrm>
        </p:spPr>
        <p:txBody>
          <a:bodyPr vert="horz" lIns="0" tIns="0" rIns="0" bIns="0" rtlCol="0" anchor="ctr">
            <a:noAutofit/>
          </a:bodyPr>
          <a:lstStyle>
            <a:lvl1pPr marL="0" indent="0">
              <a:buNone/>
              <a:defRPr lang="de-DE" sz="1000" b="0" i="0" spc="300" dirty="0">
                <a:solidFill>
                  <a:schemeClr val="bg1"/>
                </a:solidFill>
                <a:latin typeface="VWAG TheSans" panose="020B0502050302020203" pitchFamily="34" charset="0"/>
                <a:ea typeface="+mj-ea"/>
                <a:cs typeface="+mj-cs"/>
              </a:defRPr>
            </a:lvl1pPr>
          </a:lstStyle>
          <a:p>
            <a:pPr marL="0" lvl="0">
              <a:lnSpc>
                <a:spcPct val="100000"/>
              </a:lnSpc>
              <a:spcBef>
                <a:spcPct val="0"/>
              </a:spcBef>
            </a:pPr>
            <a:r>
              <a:rPr lang="de-DE"/>
              <a:t>VOLKSWAGEN INFOTAINMENT GMBH</a:t>
            </a:r>
          </a:p>
        </p:txBody>
      </p:sp>
      <p:sp>
        <p:nvSpPr>
          <p:cNvPr id="5" name="Fußzeilenplatzhalter 1">
            <a:extLst>
              <a:ext uri="{FF2B5EF4-FFF2-40B4-BE49-F238E27FC236}">
                <a16:creationId xmlns:a16="http://schemas.microsoft.com/office/drawing/2014/main" id="{7439A606-8CF4-3AEB-86E2-E5B3F6AC4818}"/>
              </a:ext>
            </a:extLst>
          </p:cNvPr>
          <p:cNvSpPr>
            <a:spLocks noGrp="1"/>
          </p:cNvSpPr>
          <p:nvPr>
            <p:ph type="ftr" sz="quarter" idx="3"/>
          </p:nvPr>
        </p:nvSpPr>
        <p:spPr>
          <a:xfrm>
            <a:off x="2807400" y="6648144"/>
            <a:ext cx="6577200" cy="90000"/>
          </a:xfrm>
          <a:prstGeom prst="rect">
            <a:avLst/>
          </a:prstGeom>
        </p:spPr>
        <p:txBody>
          <a:bodyPr vert="horz" lIns="91440" tIns="45720" rIns="91440" bIns="45720" rtlCol="0" anchor="ctr"/>
          <a:lstStyle>
            <a:lvl1pPr algn="ctr">
              <a:defRPr lang="de-DE" sz="800" kern="1200">
                <a:solidFill>
                  <a:schemeClr val="bg1"/>
                </a:solidFill>
                <a:latin typeface="+mn-lt"/>
                <a:ea typeface="+mn-ea"/>
                <a:cs typeface="+mn-cs"/>
              </a:defRPr>
            </a:lvl1pPr>
          </a:lstStyle>
          <a:p>
            <a:r>
              <a:rPr lang="de-DE"/>
              <a:t>G  |  KSU-Klasse: 0.2 – 4 Jahre </a:t>
            </a:r>
          </a:p>
        </p:txBody>
      </p:sp>
      <p:pic>
        <p:nvPicPr>
          <p:cNvPr id="2" name="Grafik 1">
            <a:extLst>
              <a:ext uri="{FF2B5EF4-FFF2-40B4-BE49-F238E27FC236}">
                <a16:creationId xmlns:a16="http://schemas.microsoft.com/office/drawing/2014/main" id="{5AF149D6-2E80-DD7C-CD7F-A1E71ED07D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8902" y="0"/>
            <a:ext cx="1693458" cy="666000"/>
          </a:xfrm>
          <a:prstGeom prst="rect">
            <a:avLst/>
          </a:prstGeom>
        </p:spPr>
      </p:pic>
    </p:spTree>
    <p:extLst>
      <p:ext uri="{BB962C8B-B14F-4D97-AF65-F5344CB8AC3E}">
        <p14:creationId xmlns:p14="http://schemas.microsoft.com/office/powerpoint/2010/main" val="1281649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4_BILD (vollflächig)">
    <p:spTree>
      <p:nvGrpSpPr>
        <p:cNvPr id="1" name=""/>
        <p:cNvGrpSpPr/>
        <p:nvPr/>
      </p:nvGrpSpPr>
      <p:grpSpPr>
        <a:xfrm>
          <a:off x="0" y="0"/>
          <a:ext cx="0" cy="0"/>
          <a:chOff x="0" y="0"/>
          <a:chExt cx="0" cy="0"/>
        </a:xfrm>
      </p:grpSpPr>
      <p:sp>
        <p:nvSpPr>
          <p:cNvPr id="196" name="Bildplatzhalter 195">
            <a:extLst>
              <a:ext uri="{FF2B5EF4-FFF2-40B4-BE49-F238E27FC236}">
                <a16:creationId xmlns:a16="http://schemas.microsoft.com/office/drawing/2014/main" id="{76960767-AF06-44E9-B11F-0CBFC915F979}"/>
              </a:ext>
            </a:extLst>
          </p:cNvPr>
          <p:cNvSpPr>
            <a:spLocks noGrp="1"/>
          </p:cNvSpPr>
          <p:nvPr>
            <p:ph type="pic" sz="quarter" idx="13" hasCustomPrompt="1"/>
          </p:nvPr>
        </p:nvSpPr>
        <p:spPr>
          <a:xfrm>
            <a:off x="0" y="0"/>
            <a:ext cx="12193200" cy="6858000"/>
          </a:xfrm>
          <a:custGeom>
            <a:avLst/>
            <a:gdLst>
              <a:gd name="connsiteX0" fmla="*/ 0 w 12193200"/>
              <a:gd name="connsiteY0" fmla="*/ 0 h 6858000"/>
              <a:gd name="connsiteX1" fmla="*/ 10091913 w 12193200"/>
              <a:gd name="connsiteY1" fmla="*/ 0 h 6858000"/>
              <a:gd name="connsiteX2" fmla="*/ 10091913 w 12193200"/>
              <a:gd name="connsiteY2" fmla="*/ 666000 h 6858000"/>
              <a:gd name="connsiteX3" fmla="*/ 11787188 w 12193200"/>
              <a:gd name="connsiteY3" fmla="*/ 666000 h 6858000"/>
              <a:gd name="connsiteX4" fmla="*/ 11787188 w 12193200"/>
              <a:gd name="connsiteY4" fmla="*/ 0 h 6858000"/>
              <a:gd name="connsiteX5" fmla="*/ 12193200 w 12193200"/>
              <a:gd name="connsiteY5" fmla="*/ 0 h 6858000"/>
              <a:gd name="connsiteX6" fmla="*/ 12193200 w 12193200"/>
              <a:gd name="connsiteY6" fmla="*/ 6858000 h 6858000"/>
              <a:gd name="connsiteX7" fmla="*/ 0 w 121932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200" h="6858000">
                <a:moveTo>
                  <a:pt x="0" y="0"/>
                </a:moveTo>
                <a:lnTo>
                  <a:pt x="10091913" y="0"/>
                </a:lnTo>
                <a:lnTo>
                  <a:pt x="10091913" y="666000"/>
                </a:lnTo>
                <a:lnTo>
                  <a:pt x="11787188" y="666000"/>
                </a:lnTo>
                <a:lnTo>
                  <a:pt x="11787188" y="0"/>
                </a:lnTo>
                <a:lnTo>
                  <a:pt x="12193200" y="0"/>
                </a:lnTo>
                <a:lnTo>
                  <a:pt x="12193200" y="6858000"/>
                </a:lnTo>
                <a:lnTo>
                  <a:pt x="0" y="6858000"/>
                </a:lnTo>
                <a:close/>
              </a:path>
            </a:pathLst>
          </a:custGeom>
          <a:pattFill prst="ltUpDiag">
            <a:fgClr>
              <a:srgbClr val="4C5356"/>
            </a:fgClr>
            <a:bgClr>
              <a:schemeClr val="bg1"/>
            </a:bgClr>
          </a:pattFill>
        </p:spPr>
        <p:txBody>
          <a:bodyPr wrap="square" anchor="ctr">
            <a:noAutofit/>
          </a:bodyPr>
          <a:lstStyle>
            <a:lvl1pPr marL="0" indent="0" algn="ctr">
              <a:lnSpc>
                <a:spcPct val="100000"/>
              </a:lnSpc>
              <a:spcBef>
                <a:spcPts val="0"/>
              </a:spcBef>
              <a:spcAft>
                <a:spcPts val="0"/>
              </a:spcAft>
              <a:buNone/>
              <a:defRPr/>
            </a:lvl1pPr>
          </a:lstStyle>
          <a:p>
            <a:r>
              <a:rPr lang="de-DE"/>
              <a:t>Fügen Sie über das Icon ein Bild </a:t>
            </a:r>
            <a:br>
              <a:rPr lang="de-DE"/>
            </a:br>
            <a:r>
              <a:rPr lang="de-DE"/>
              <a:t>ein </a:t>
            </a:r>
          </a:p>
        </p:txBody>
      </p:sp>
      <p:cxnSp>
        <p:nvCxnSpPr>
          <p:cNvPr id="203" name="Gerader Verbinder 202">
            <a:extLst>
              <a:ext uri="{FF2B5EF4-FFF2-40B4-BE49-F238E27FC236}">
                <a16:creationId xmlns:a16="http://schemas.microsoft.com/office/drawing/2014/main" id="{FEC95853-4843-4ADB-96DB-8E49B1B46714}"/>
              </a:ext>
            </a:extLst>
          </p:cNvPr>
          <p:cNvCxnSpPr/>
          <p:nvPr userDrawn="1"/>
        </p:nvCxnSpPr>
        <p:spPr>
          <a:xfrm flipH="1">
            <a:off x="-304797" y="6451601"/>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204" name="Textfeld 203">
            <a:extLst>
              <a:ext uri="{FF2B5EF4-FFF2-40B4-BE49-F238E27FC236}">
                <a16:creationId xmlns:a16="http://schemas.microsoft.com/office/drawing/2014/main" id="{DDA755C6-DCE0-4EF3-948A-0821F9DC7601}"/>
              </a:ext>
            </a:extLst>
          </p:cNvPr>
          <p:cNvSpPr txBox="1"/>
          <p:nvPr userDrawn="1"/>
        </p:nvSpPr>
        <p:spPr>
          <a:xfrm>
            <a:off x="-285748" y="6351593"/>
            <a:ext cx="260349" cy="92333"/>
          </a:xfrm>
          <a:prstGeom prst="rect">
            <a:avLst/>
          </a:prstGeom>
          <a:noFill/>
        </p:spPr>
        <p:txBody>
          <a:bodyPr wrap="square" lIns="0" tIns="0" rIns="0" bIns="0" rtlCol="0">
            <a:noAutofit/>
          </a:bodyPr>
          <a:lstStyle/>
          <a:p>
            <a:r>
              <a:rPr lang="de-DE" sz="600"/>
              <a:t>8,40</a:t>
            </a:r>
          </a:p>
        </p:txBody>
      </p:sp>
      <p:cxnSp>
        <p:nvCxnSpPr>
          <p:cNvPr id="205" name="Gerader Verbinder 204">
            <a:extLst>
              <a:ext uri="{FF2B5EF4-FFF2-40B4-BE49-F238E27FC236}">
                <a16:creationId xmlns:a16="http://schemas.microsoft.com/office/drawing/2014/main" id="{67432713-C861-46D8-826B-307A10ECAD6A}"/>
              </a:ext>
            </a:extLst>
          </p:cNvPr>
          <p:cNvCxnSpPr/>
          <p:nvPr userDrawn="1"/>
        </p:nvCxnSpPr>
        <p:spPr>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C28C9DD7-E5C8-4BAC-8AE1-AD4778E709C8}"/>
              </a:ext>
            </a:extLst>
          </p:cNvPr>
          <p:cNvCxnSpPr/>
          <p:nvPr userDrawn="1"/>
        </p:nvCxnSpPr>
        <p:spPr>
          <a:xfrm flipH="1">
            <a:off x="-304797" y="148590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209" name="Textfeld 208">
            <a:extLst>
              <a:ext uri="{FF2B5EF4-FFF2-40B4-BE49-F238E27FC236}">
                <a16:creationId xmlns:a16="http://schemas.microsoft.com/office/drawing/2014/main" id="{E725183D-7D7A-4AA2-AD41-D4471B6120A9}"/>
              </a:ext>
            </a:extLst>
          </p:cNvPr>
          <p:cNvSpPr txBox="1"/>
          <p:nvPr userDrawn="1"/>
        </p:nvSpPr>
        <p:spPr>
          <a:xfrm>
            <a:off x="-285748" y="1519245"/>
            <a:ext cx="260349" cy="92333"/>
          </a:xfrm>
          <a:prstGeom prst="rect">
            <a:avLst/>
          </a:prstGeom>
          <a:noFill/>
        </p:spPr>
        <p:txBody>
          <a:bodyPr wrap="square" lIns="0" tIns="0" rIns="0" bIns="0" rtlCol="0">
            <a:noAutofit/>
          </a:bodyPr>
          <a:lstStyle/>
          <a:p>
            <a:r>
              <a:rPr lang="de-DE" sz="600"/>
              <a:t>5,40</a:t>
            </a:r>
          </a:p>
        </p:txBody>
      </p:sp>
      <p:cxnSp>
        <p:nvCxnSpPr>
          <p:cNvPr id="210" name="Gerader Verbinder 209">
            <a:extLst>
              <a:ext uri="{FF2B5EF4-FFF2-40B4-BE49-F238E27FC236}">
                <a16:creationId xmlns:a16="http://schemas.microsoft.com/office/drawing/2014/main" id="{97BCBAE2-197B-46AD-9D4D-9EE086A373EA}"/>
              </a:ext>
            </a:extLst>
          </p:cNvPr>
          <p:cNvCxnSpPr/>
          <p:nvPr userDrawn="1"/>
        </p:nvCxnSpPr>
        <p:spPr>
          <a:xfrm flipH="1">
            <a:off x="-304797" y="1223171"/>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211" name="Textfeld 210">
            <a:extLst>
              <a:ext uri="{FF2B5EF4-FFF2-40B4-BE49-F238E27FC236}">
                <a16:creationId xmlns:a16="http://schemas.microsoft.com/office/drawing/2014/main" id="{96326A4F-B967-4496-B32A-E29A90A12FA8}"/>
              </a:ext>
            </a:extLst>
          </p:cNvPr>
          <p:cNvSpPr txBox="1"/>
          <p:nvPr userDrawn="1"/>
        </p:nvSpPr>
        <p:spPr>
          <a:xfrm>
            <a:off x="-285748" y="1256513"/>
            <a:ext cx="260349" cy="92333"/>
          </a:xfrm>
          <a:prstGeom prst="rect">
            <a:avLst/>
          </a:prstGeom>
          <a:noFill/>
        </p:spPr>
        <p:txBody>
          <a:bodyPr wrap="square" lIns="0" tIns="0" rIns="0" bIns="0" rtlCol="0">
            <a:noAutofit/>
          </a:bodyPr>
          <a:lstStyle/>
          <a:p>
            <a:r>
              <a:rPr lang="de-DE" sz="600"/>
              <a:t>6,13</a:t>
            </a:r>
          </a:p>
        </p:txBody>
      </p:sp>
      <p:cxnSp>
        <p:nvCxnSpPr>
          <p:cNvPr id="212" name="Gerader Verbinder 211">
            <a:extLst>
              <a:ext uri="{FF2B5EF4-FFF2-40B4-BE49-F238E27FC236}">
                <a16:creationId xmlns:a16="http://schemas.microsoft.com/office/drawing/2014/main" id="{238A3C13-A461-4859-9D18-4DD4008290A3}"/>
              </a:ext>
            </a:extLst>
          </p:cNvPr>
          <p:cNvCxnSpPr/>
          <p:nvPr userDrawn="1"/>
        </p:nvCxnSpPr>
        <p:spPr>
          <a:xfrm flipH="1">
            <a:off x="-304797" y="407196"/>
            <a:ext cx="2222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3" name="Gerader Verbinder 212">
            <a:extLst>
              <a:ext uri="{FF2B5EF4-FFF2-40B4-BE49-F238E27FC236}">
                <a16:creationId xmlns:a16="http://schemas.microsoft.com/office/drawing/2014/main" id="{3968D5EC-73AA-4DC6-BD22-1C084503C800}"/>
              </a:ext>
            </a:extLst>
          </p:cNvPr>
          <p:cNvCxnSpPr/>
          <p:nvPr userDrawn="1"/>
        </p:nvCxnSpPr>
        <p:spPr>
          <a:xfrm flipH="1">
            <a:off x="-304797" y="674211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214" name="Textfeld 213">
            <a:extLst>
              <a:ext uri="{FF2B5EF4-FFF2-40B4-BE49-F238E27FC236}">
                <a16:creationId xmlns:a16="http://schemas.microsoft.com/office/drawing/2014/main" id="{F8601DFA-E37A-4DFA-9506-0CE7394F4F2C}"/>
              </a:ext>
            </a:extLst>
          </p:cNvPr>
          <p:cNvSpPr txBox="1"/>
          <p:nvPr userDrawn="1"/>
        </p:nvSpPr>
        <p:spPr>
          <a:xfrm>
            <a:off x="-285748" y="6775456"/>
            <a:ext cx="260349" cy="92333"/>
          </a:xfrm>
          <a:prstGeom prst="rect">
            <a:avLst/>
          </a:prstGeom>
          <a:noFill/>
        </p:spPr>
        <p:txBody>
          <a:bodyPr wrap="square" lIns="0" tIns="0" rIns="0" bIns="0" rtlCol="0">
            <a:noAutofit/>
          </a:bodyPr>
          <a:lstStyle/>
          <a:p>
            <a:r>
              <a:rPr lang="de-DE" sz="600"/>
              <a:t>9,19</a:t>
            </a:r>
          </a:p>
        </p:txBody>
      </p:sp>
      <p:cxnSp>
        <p:nvCxnSpPr>
          <p:cNvPr id="215" name="Gerader Verbinder 214">
            <a:extLst>
              <a:ext uri="{FF2B5EF4-FFF2-40B4-BE49-F238E27FC236}">
                <a16:creationId xmlns:a16="http://schemas.microsoft.com/office/drawing/2014/main" id="{447C887B-C198-44B2-ADD2-C2F18DC4F9C1}"/>
              </a:ext>
            </a:extLst>
          </p:cNvPr>
          <p:cNvCxnSpPr/>
          <p:nvPr userDrawn="1"/>
        </p:nvCxnSpPr>
        <p:spPr>
          <a:xfrm flipH="1">
            <a:off x="-304797" y="664686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216" name="Textfeld 215">
            <a:extLst>
              <a:ext uri="{FF2B5EF4-FFF2-40B4-BE49-F238E27FC236}">
                <a16:creationId xmlns:a16="http://schemas.microsoft.com/office/drawing/2014/main" id="{C2C35829-34DB-4CFD-BA50-90D835E25397}"/>
              </a:ext>
            </a:extLst>
          </p:cNvPr>
          <p:cNvSpPr txBox="1"/>
          <p:nvPr userDrawn="1"/>
        </p:nvSpPr>
        <p:spPr>
          <a:xfrm>
            <a:off x="-285748" y="6537331"/>
            <a:ext cx="260349" cy="92333"/>
          </a:xfrm>
          <a:prstGeom prst="rect">
            <a:avLst/>
          </a:prstGeom>
          <a:noFill/>
        </p:spPr>
        <p:txBody>
          <a:bodyPr wrap="square" lIns="0" tIns="0" rIns="0" bIns="0" rtlCol="0">
            <a:noAutofit/>
          </a:bodyPr>
          <a:lstStyle/>
          <a:p>
            <a:r>
              <a:rPr lang="de-DE" sz="600"/>
              <a:t>8,94</a:t>
            </a:r>
          </a:p>
        </p:txBody>
      </p:sp>
      <p:sp>
        <p:nvSpPr>
          <p:cNvPr id="217" name="Textfeld 216">
            <a:extLst>
              <a:ext uri="{FF2B5EF4-FFF2-40B4-BE49-F238E27FC236}">
                <a16:creationId xmlns:a16="http://schemas.microsoft.com/office/drawing/2014/main" id="{81BAC4C0-8F9F-4B46-AB6A-3C239DE0690B}"/>
              </a:ext>
            </a:extLst>
          </p:cNvPr>
          <p:cNvSpPr txBox="1"/>
          <p:nvPr userDrawn="1"/>
        </p:nvSpPr>
        <p:spPr>
          <a:xfrm>
            <a:off x="-285748" y="440537"/>
            <a:ext cx="260349" cy="92333"/>
          </a:xfrm>
          <a:prstGeom prst="rect">
            <a:avLst/>
          </a:prstGeom>
          <a:noFill/>
        </p:spPr>
        <p:txBody>
          <a:bodyPr wrap="square" lIns="0" tIns="0" rIns="0" bIns="0" rtlCol="0">
            <a:noAutofit/>
          </a:bodyPr>
          <a:lstStyle/>
          <a:p>
            <a:r>
              <a:rPr lang="de-DE" sz="600"/>
              <a:t>8,40</a:t>
            </a:r>
          </a:p>
        </p:txBody>
      </p:sp>
      <p:cxnSp>
        <p:nvCxnSpPr>
          <p:cNvPr id="218" name="Gerader Verbinder 217">
            <a:extLst>
              <a:ext uri="{FF2B5EF4-FFF2-40B4-BE49-F238E27FC236}">
                <a16:creationId xmlns:a16="http://schemas.microsoft.com/office/drawing/2014/main" id="{18161F9F-76F8-4B29-8FD3-A32B449FFCAB}"/>
              </a:ext>
            </a:extLst>
          </p:cNvPr>
          <p:cNvCxnSpPr/>
          <p:nvPr userDrawn="1"/>
        </p:nvCxnSpPr>
        <p:spPr>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19" name="Textfeld 218">
            <a:extLst>
              <a:ext uri="{FF2B5EF4-FFF2-40B4-BE49-F238E27FC236}">
                <a16:creationId xmlns:a16="http://schemas.microsoft.com/office/drawing/2014/main" id="{653B8B26-8197-40F9-88F2-ED2830D0F9C3}"/>
              </a:ext>
            </a:extLst>
          </p:cNvPr>
          <p:cNvSpPr txBox="1"/>
          <p:nvPr userDrawn="1"/>
        </p:nvSpPr>
        <p:spPr>
          <a:xfrm>
            <a:off x="454666" y="-211931"/>
            <a:ext cx="298449" cy="92333"/>
          </a:xfrm>
          <a:prstGeom prst="rect">
            <a:avLst/>
          </a:prstGeom>
          <a:noFill/>
        </p:spPr>
        <p:txBody>
          <a:bodyPr wrap="square" lIns="0" tIns="0" rIns="0" bIns="0" rtlCol="0">
            <a:noAutofit/>
          </a:bodyPr>
          <a:lstStyle/>
          <a:p>
            <a:r>
              <a:rPr lang="de-DE" sz="600"/>
              <a:t>15,81</a:t>
            </a:r>
          </a:p>
        </p:txBody>
      </p:sp>
      <p:cxnSp>
        <p:nvCxnSpPr>
          <p:cNvPr id="220" name="Gerader Verbinder 219">
            <a:extLst>
              <a:ext uri="{FF2B5EF4-FFF2-40B4-BE49-F238E27FC236}">
                <a16:creationId xmlns:a16="http://schemas.microsoft.com/office/drawing/2014/main" id="{657D080F-B1A9-4BFC-8684-4C837D3C0974}"/>
              </a:ext>
            </a:extLst>
          </p:cNvPr>
          <p:cNvCxnSpPr/>
          <p:nvPr userDrawn="1"/>
        </p:nvCxnSpPr>
        <p:spPr>
          <a:xfrm flipV="1">
            <a:off x="11783219"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21" name="Textfeld 220">
            <a:extLst>
              <a:ext uri="{FF2B5EF4-FFF2-40B4-BE49-F238E27FC236}">
                <a16:creationId xmlns:a16="http://schemas.microsoft.com/office/drawing/2014/main" id="{18CF5C25-5087-49F5-9733-255904C6CEEC}"/>
              </a:ext>
            </a:extLst>
          </p:cNvPr>
          <p:cNvSpPr txBox="1"/>
          <p:nvPr userDrawn="1"/>
        </p:nvSpPr>
        <p:spPr>
          <a:xfrm>
            <a:off x="11833230" y="-211931"/>
            <a:ext cx="298449" cy="92333"/>
          </a:xfrm>
          <a:prstGeom prst="rect">
            <a:avLst/>
          </a:prstGeom>
          <a:noFill/>
        </p:spPr>
        <p:txBody>
          <a:bodyPr wrap="square" lIns="0" tIns="0" rIns="0" bIns="0" rtlCol="0">
            <a:noAutofit/>
          </a:bodyPr>
          <a:lstStyle/>
          <a:p>
            <a:r>
              <a:rPr lang="de-DE" sz="600"/>
              <a:t>15,81</a:t>
            </a:r>
          </a:p>
        </p:txBody>
      </p:sp>
      <p:sp>
        <p:nvSpPr>
          <p:cNvPr id="28" name="Textplatzhalter 8">
            <a:extLst>
              <a:ext uri="{FF2B5EF4-FFF2-40B4-BE49-F238E27FC236}">
                <a16:creationId xmlns:a16="http://schemas.microsoft.com/office/drawing/2014/main" id="{CACF50DF-B04E-40F2-AB74-7483F9D8208A}"/>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rgbClr val="004666"/>
                </a:solidFill>
                <a:latin typeface="+mj-lt"/>
              </a:defRPr>
            </a:lvl1pPr>
          </a:lstStyle>
          <a:p>
            <a:pPr lvl="0"/>
            <a:r>
              <a:rPr lang="de-DE"/>
              <a:t>Headline</a:t>
            </a:r>
          </a:p>
        </p:txBody>
      </p:sp>
      <p:sp>
        <p:nvSpPr>
          <p:cNvPr id="27" name="Foliennummernplatzhalter 5">
            <a:extLst>
              <a:ext uri="{FF2B5EF4-FFF2-40B4-BE49-F238E27FC236}">
                <a16:creationId xmlns:a16="http://schemas.microsoft.com/office/drawing/2014/main" id="{0DF02411-CEEA-448F-8A04-23268BBF8B36}"/>
              </a:ext>
            </a:extLst>
          </p:cNvPr>
          <p:cNvSpPr>
            <a:spLocks noGrp="1"/>
          </p:cNvSpPr>
          <p:nvPr>
            <p:ph type="sldNum" sz="quarter" idx="17"/>
          </p:nvPr>
        </p:nvSpPr>
        <p:spPr>
          <a:xfrm>
            <a:off x="11491912" y="6647656"/>
            <a:ext cx="295276" cy="90488"/>
          </a:xfrm>
        </p:spPr>
        <p:txBody>
          <a:bodyPr/>
          <a:lstStyle>
            <a:lvl1pPr>
              <a:defRPr>
                <a:solidFill>
                  <a:srgbClr val="004666"/>
                </a:solidFill>
              </a:defRPr>
            </a:lvl1pPr>
          </a:lstStyle>
          <a:p>
            <a:fld id="{2EA6AC58-99FC-40D1-8A10-4777F7BB7286}" type="slidenum">
              <a:rPr lang="de-DE" smtClean="0"/>
              <a:pPr/>
              <a:t>‹Nr.›</a:t>
            </a:fld>
            <a:endParaRPr lang="de-DE"/>
          </a:p>
        </p:txBody>
      </p:sp>
      <p:sp>
        <p:nvSpPr>
          <p:cNvPr id="30" name="Datumsplatzhalter 4">
            <a:extLst>
              <a:ext uri="{FF2B5EF4-FFF2-40B4-BE49-F238E27FC236}">
                <a16:creationId xmlns:a16="http://schemas.microsoft.com/office/drawing/2014/main" id="{7CFC4566-8591-4C11-897E-2D345F7A2F09}"/>
              </a:ext>
            </a:extLst>
          </p:cNvPr>
          <p:cNvSpPr>
            <a:spLocks noGrp="1"/>
          </p:cNvSpPr>
          <p:nvPr>
            <p:ph type="dt" sz="half" idx="14"/>
          </p:nvPr>
        </p:nvSpPr>
        <p:spPr>
          <a:xfrm>
            <a:off x="406400" y="6647662"/>
            <a:ext cx="789933" cy="90489"/>
          </a:xfrm>
        </p:spPr>
        <p:txBody>
          <a:bodyPr/>
          <a:lstStyle>
            <a:lvl1pPr>
              <a:defRPr>
                <a:solidFill>
                  <a:srgbClr val="004666"/>
                </a:solidFill>
              </a:defRPr>
            </a:lvl1pPr>
          </a:lstStyle>
          <a:p>
            <a:fld id="{3F1419D5-CC0A-4378-A0CE-4D6A88BD129F}" type="datetime1">
              <a:rPr lang="de-DE" smtClean="0"/>
              <a:pPr/>
              <a:t>15.10.2026</a:t>
            </a:fld>
            <a:endParaRPr lang="de-DE"/>
          </a:p>
        </p:txBody>
      </p:sp>
      <p:sp>
        <p:nvSpPr>
          <p:cNvPr id="2" name="Fußzeilenplatzhalter 1">
            <a:extLst>
              <a:ext uri="{FF2B5EF4-FFF2-40B4-BE49-F238E27FC236}">
                <a16:creationId xmlns:a16="http://schemas.microsoft.com/office/drawing/2014/main" id="{7AAF3BDC-760A-4391-8019-B40F3A701C7B}"/>
              </a:ext>
            </a:extLst>
          </p:cNvPr>
          <p:cNvSpPr>
            <a:spLocks noGrp="1"/>
          </p:cNvSpPr>
          <p:nvPr>
            <p:ph type="ftr" sz="quarter" idx="19"/>
          </p:nvPr>
        </p:nvSpPr>
        <p:spPr/>
        <p:txBody>
          <a:bodyPr/>
          <a:lstStyle>
            <a:lvl1pPr>
              <a:defRPr>
                <a:solidFill>
                  <a:srgbClr val="004666"/>
                </a:solidFill>
              </a:defRPr>
            </a:lvl1pPr>
          </a:lstStyle>
          <a:p>
            <a:r>
              <a:rPr lang="de-DE"/>
              <a:t>G  |  KSU-Klasse: 0.2 – 4 Jahre </a:t>
            </a:r>
          </a:p>
        </p:txBody>
      </p:sp>
      <p:sp>
        <p:nvSpPr>
          <p:cNvPr id="4" name="Textplatzhalter 6">
            <a:extLst>
              <a:ext uri="{FF2B5EF4-FFF2-40B4-BE49-F238E27FC236}">
                <a16:creationId xmlns:a16="http://schemas.microsoft.com/office/drawing/2014/main" id="{162699E4-5937-BE18-1E46-C67E337C5865}"/>
              </a:ext>
            </a:extLst>
          </p:cNvPr>
          <p:cNvSpPr>
            <a:spLocks noGrp="1"/>
          </p:cNvSpPr>
          <p:nvPr>
            <p:ph type="body" sz="quarter" idx="18" hasCustomPrompt="1"/>
          </p:nvPr>
        </p:nvSpPr>
        <p:spPr>
          <a:xfrm>
            <a:off x="406401" y="408271"/>
            <a:ext cx="7199086" cy="269848"/>
          </a:xfrm>
        </p:spPr>
        <p:txBody>
          <a:bodyPr vert="horz" lIns="0" tIns="0" rIns="0" bIns="0" rtlCol="0" anchor="ctr">
            <a:noAutofit/>
          </a:bodyPr>
          <a:lstStyle>
            <a:lvl1pPr marL="0" indent="0">
              <a:buNone/>
              <a:defRPr lang="de-DE" sz="1000" b="0" i="0" spc="300" dirty="0">
                <a:solidFill>
                  <a:schemeClr val="accent4"/>
                </a:solidFill>
                <a:latin typeface="VWAG TheSans" panose="020B0502050302020203" pitchFamily="34" charset="0"/>
                <a:ea typeface="+mj-ea"/>
                <a:cs typeface="+mj-cs"/>
              </a:defRPr>
            </a:lvl1pPr>
          </a:lstStyle>
          <a:p>
            <a:pPr marL="0" lvl="0">
              <a:lnSpc>
                <a:spcPct val="100000"/>
              </a:lnSpc>
              <a:spcBef>
                <a:spcPct val="0"/>
              </a:spcBef>
            </a:pPr>
            <a:r>
              <a:rPr lang="de-DE"/>
              <a:t>VOLKSWAGEN INFOTAINMENT GMBH</a:t>
            </a:r>
          </a:p>
        </p:txBody>
      </p:sp>
      <p:pic>
        <p:nvPicPr>
          <p:cNvPr id="3" name="Grafik 2">
            <a:extLst>
              <a:ext uri="{FF2B5EF4-FFF2-40B4-BE49-F238E27FC236}">
                <a16:creationId xmlns:a16="http://schemas.microsoft.com/office/drawing/2014/main" id="{2BABDA5B-5D65-0FF1-0108-052481A12C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8902" y="0"/>
            <a:ext cx="1693458" cy="666000"/>
          </a:xfrm>
          <a:prstGeom prst="rect">
            <a:avLst/>
          </a:prstGeom>
        </p:spPr>
      </p:pic>
    </p:spTree>
    <p:extLst>
      <p:ext uri="{BB962C8B-B14F-4D97-AF65-F5344CB8AC3E}">
        <p14:creationId xmlns:p14="http://schemas.microsoft.com/office/powerpoint/2010/main" val="1616034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4_BILD">
    <p:spTree>
      <p:nvGrpSpPr>
        <p:cNvPr id="1" name=""/>
        <p:cNvGrpSpPr/>
        <p:nvPr/>
      </p:nvGrpSpPr>
      <p:grpSpPr>
        <a:xfrm>
          <a:off x="0" y="0"/>
          <a:ext cx="0" cy="0"/>
          <a:chOff x="0" y="0"/>
          <a:chExt cx="0" cy="0"/>
        </a:xfrm>
      </p:grpSpPr>
      <p:sp>
        <p:nvSpPr>
          <p:cNvPr id="41" name="Bildplatzhalter 28">
            <a:extLst>
              <a:ext uri="{FF2B5EF4-FFF2-40B4-BE49-F238E27FC236}">
                <a16:creationId xmlns:a16="http://schemas.microsoft.com/office/drawing/2014/main" id="{9FA64BF6-ADE3-46F0-883F-AC8ED60305B1}"/>
              </a:ext>
            </a:extLst>
          </p:cNvPr>
          <p:cNvSpPr>
            <a:spLocks noGrp="1"/>
          </p:cNvSpPr>
          <p:nvPr>
            <p:ph type="pic" sz="quarter" idx="13" hasCustomPrompt="1"/>
          </p:nvPr>
        </p:nvSpPr>
        <p:spPr>
          <a:xfrm>
            <a:off x="8086300" y="0"/>
            <a:ext cx="4105700" cy="6858000"/>
          </a:xfrm>
          <a:custGeom>
            <a:avLst/>
            <a:gdLst>
              <a:gd name="connsiteX0" fmla="*/ 0 w 4105700"/>
              <a:gd name="connsiteY0" fmla="*/ 0 h 6858000"/>
              <a:gd name="connsiteX1" fmla="*/ 2005613 w 4105700"/>
              <a:gd name="connsiteY1" fmla="*/ 0 h 6858000"/>
              <a:gd name="connsiteX2" fmla="*/ 2005613 w 4105700"/>
              <a:gd name="connsiteY2" fmla="*/ 666000 h 6858000"/>
              <a:gd name="connsiteX3" fmla="*/ 3700888 w 4105700"/>
              <a:gd name="connsiteY3" fmla="*/ 666000 h 6858000"/>
              <a:gd name="connsiteX4" fmla="*/ 3700888 w 4105700"/>
              <a:gd name="connsiteY4" fmla="*/ 0 h 6858000"/>
              <a:gd name="connsiteX5" fmla="*/ 4105700 w 4105700"/>
              <a:gd name="connsiteY5" fmla="*/ 0 h 6858000"/>
              <a:gd name="connsiteX6" fmla="*/ 4105700 w 4105700"/>
              <a:gd name="connsiteY6" fmla="*/ 6858000 h 6858000"/>
              <a:gd name="connsiteX7" fmla="*/ 0 w 41057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5700" h="6858000">
                <a:moveTo>
                  <a:pt x="0" y="0"/>
                </a:moveTo>
                <a:lnTo>
                  <a:pt x="2005613" y="0"/>
                </a:lnTo>
                <a:lnTo>
                  <a:pt x="2005613" y="666000"/>
                </a:lnTo>
                <a:lnTo>
                  <a:pt x="3700888" y="666000"/>
                </a:lnTo>
                <a:lnTo>
                  <a:pt x="3700888" y="0"/>
                </a:lnTo>
                <a:lnTo>
                  <a:pt x="4105700" y="0"/>
                </a:lnTo>
                <a:lnTo>
                  <a:pt x="4105700" y="6858000"/>
                </a:lnTo>
                <a:lnTo>
                  <a:pt x="0" y="6858000"/>
                </a:lnTo>
                <a:close/>
              </a:path>
            </a:pathLst>
          </a:custGeo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a:t>
            </a:r>
          </a:p>
        </p:txBody>
      </p:sp>
      <p:sp>
        <p:nvSpPr>
          <p:cNvPr id="3" name="Bildplatzhalter 2">
            <a:extLst>
              <a:ext uri="{FF2B5EF4-FFF2-40B4-BE49-F238E27FC236}">
                <a16:creationId xmlns:a16="http://schemas.microsoft.com/office/drawing/2014/main" id="{B1D15A05-928E-4685-8891-8962526BB6DA}"/>
              </a:ext>
            </a:extLst>
          </p:cNvPr>
          <p:cNvSpPr>
            <a:spLocks noGrp="1"/>
          </p:cNvSpPr>
          <p:nvPr>
            <p:ph type="pic" sz="quarter" idx="15"/>
          </p:nvPr>
        </p:nvSpPr>
        <p:spPr>
          <a:xfrm>
            <a:off x="0" y="0"/>
            <a:ext cx="8067675" cy="68580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7" name="Datumsplatzhalter 6">
            <a:extLst>
              <a:ext uri="{FF2B5EF4-FFF2-40B4-BE49-F238E27FC236}">
                <a16:creationId xmlns:a16="http://schemas.microsoft.com/office/drawing/2014/main" id="{1C4DE3D2-864D-465D-A084-F71FCA316C4E}"/>
              </a:ext>
            </a:extLst>
          </p:cNvPr>
          <p:cNvSpPr>
            <a:spLocks noGrp="1"/>
          </p:cNvSpPr>
          <p:nvPr>
            <p:ph type="dt" sz="half" idx="10"/>
          </p:nvPr>
        </p:nvSpPr>
        <p:spPr/>
        <p:txBody>
          <a:bodyPr/>
          <a:lstStyle>
            <a:lvl1pPr>
              <a:defRPr>
                <a:solidFill>
                  <a:schemeClr val="bg1"/>
                </a:solidFill>
              </a:defRPr>
            </a:lvl1pPr>
          </a:lstStyle>
          <a:p>
            <a:fld id="{39AE998E-0A4E-4F34-8874-003AD2CB3EB2}" type="datetime1">
              <a:rPr lang="de-DE" smtClean="0"/>
              <a:t>15.10.2026</a:t>
            </a:fld>
            <a:endParaRPr lang="de-DE"/>
          </a:p>
        </p:txBody>
      </p:sp>
      <p:sp>
        <p:nvSpPr>
          <p:cNvPr id="8" name="Foliennummernplatzhalter 7">
            <a:extLst>
              <a:ext uri="{FF2B5EF4-FFF2-40B4-BE49-F238E27FC236}">
                <a16:creationId xmlns:a16="http://schemas.microsoft.com/office/drawing/2014/main" id="{FEE8A10D-13B3-47C6-96BB-31E660D97C11}"/>
              </a:ext>
            </a:extLst>
          </p:cNvPr>
          <p:cNvSpPr>
            <a:spLocks noGrp="1"/>
          </p:cNvSpPr>
          <p:nvPr>
            <p:ph type="sldNum" sz="quarter" idx="11"/>
          </p:nvPr>
        </p:nvSpPr>
        <p:spPr/>
        <p:txBody>
          <a:bodyPr/>
          <a:lstStyle>
            <a:lvl1pPr>
              <a:defRPr>
                <a:solidFill>
                  <a:schemeClr val="bg1"/>
                </a:solidFill>
              </a:defRPr>
            </a:lvl1pPr>
          </a:lstStyle>
          <a:p>
            <a:fld id="{2EA6AC58-99FC-40D1-8A10-4777F7BB7286}" type="slidenum">
              <a:rPr lang="de-DE" smtClean="0"/>
              <a:pPr/>
              <a:t>‹Nr.›</a:t>
            </a:fld>
            <a:endParaRPr lang="de-DE"/>
          </a:p>
        </p:txBody>
      </p:sp>
      <p:cxnSp>
        <p:nvCxnSpPr>
          <p:cNvPr id="10" name="Gerader Verbinder 9">
            <a:extLst>
              <a:ext uri="{FF2B5EF4-FFF2-40B4-BE49-F238E27FC236}">
                <a16:creationId xmlns:a16="http://schemas.microsoft.com/office/drawing/2014/main" id="{89FF5A0D-607B-4FB4-904A-B66C168F2BD7}"/>
              </a:ext>
            </a:extLst>
          </p:cNvPr>
          <p:cNvCxnSpPr/>
          <p:nvPr/>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758DA77F-DBE3-4099-9031-64607C78AC50}"/>
              </a:ext>
            </a:extLst>
          </p:cNvPr>
          <p:cNvSpPr txBox="1"/>
          <p:nvPr/>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3" name="Gerader Verbinder 12">
            <a:extLst>
              <a:ext uri="{FF2B5EF4-FFF2-40B4-BE49-F238E27FC236}">
                <a16:creationId xmlns:a16="http://schemas.microsoft.com/office/drawing/2014/main" id="{43A8FFBB-3EE0-40D8-95D4-E1D66088B89B}"/>
              </a:ext>
            </a:extLst>
          </p:cNvPr>
          <p:cNvCxnSpPr/>
          <p:nvPr/>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3F6F6341-9A30-4ECF-96A6-4B1B82A3FA4A}"/>
              </a:ext>
            </a:extLst>
          </p:cNvPr>
          <p:cNvSpPr txBox="1"/>
          <p:nvPr/>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15" name="Gerader Verbinder 14">
            <a:extLst>
              <a:ext uri="{FF2B5EF4-FFF2-40B4-BE49-F238E27FC236}">
                <a16:creationId xmlns:a16="http://schemas.microsoft.com/office/drawing/2014/main" id="{11A967AB-752F-4F44-AEE4-9BBEC1F708F9}"/>
              </a:ext>
            </a:extLst>
          </p:cNvPr>
          <p:cNvCxnSpPr/>
          <p:nvPr userDrawn="1"/>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356751C9-CBDD-4BAF-9346-4380214F7E53}"/>
              </a:ext>
            </a:extLst>
          </p:cNvPr>
          <p:cNvSpPr txBox="1"/>
          <p:nvPr userDrawn="1"/>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7" name="Gerader Verbinder 16">
            <a:extLst>
              <a:ext uri="{FF2B5EF4-FFF2-40B4-BE49-F238E27FC236}">
                <a16:creationId xmlns:a16="http://schemas.microsoft.com/office/drawing/2014/main" id="{CFE13429-9F9D-45B2-BA0E-BB9B22C1FD85}"/>
              </a:ext>
            </a:extLst>
          </p:cNvPr>
          <p:cNvCxnSpPr/>
          <p:nvPr userDrawn="1"/>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635B5F51-1C15-44BC-9146-7CC90294E400}"/>
              </a:ext>
            </a:extLst>
          </p:cNvPr>
          <p:cNvSpPr txBox="1"/>
          <p:nvPr userDrawn="1"/>
        </p:nvSpPr>
        <p:spPr>
          <a:xfrm>
            <a:off x="5556886" y="-211931"/>
            <a:ext cx="298449" cy="92333"/>
          </a:xfrm>
          <a:prstGeom prst="rect">
            <a:avLst/>
          </a:prstGeom>
          <a:noFill/>
        </p:spPr>
        <p:txBody>
          <a:bodyPr wrap="square" lIns="0" tIns="0" rIns="0" bIns="0" rtlCol="0">
            <a:noAutofit/>
          </a:bodyPr>
          <a:lstStyle/>
          <a:p>
            <a:r>
              <a:rPr lang="de-DE" sz="600"/>
              <a:t>0,62</a:t>
            </a:r>
          </a:p>
        </p:txBody>
      </p:sp>
      <p:sp>
        <p:nvSpPr>
          <p:cNvPr id="38" name="Textplatzhalter 8">
            <a:extLst>
              <a:ext uri="{FF2B5EF4-FFF2-40B4-BE49-F238E27FC236}">
                <a16:creationId xmlns:a16="http://schemas.microsoft.com/office/drawing/2014/main" id="{367AB1D4-C29F-4CC1-B769-6E0ACF59FF5D}"/>
              </a:ext>
            </a:extLst>
          </p:cNvPr>
          <p:cNvSpPr>
            <a:spLocks noGrp="1"/>
          </p:cNvSpPr>
          <p:nvPr>
            <p:ph type="body" sz="quarter" idx="14" hasCustomPrompt="1"/>
          </p:nvPr>
        </p:nvSpPr>
        <p:spPr>
          <a:xfrm>
            <a:off x="406400" y="678119"/>
            <a:ext cx="7199086"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bg1"/>
                </a:solidFill>
                <a:latin typeface="+mj-lt"/>
              </a:defRPr>
            </a:lvl1pPr>
          </a:lstStyle>
          <a:p>
            <a:pPr lvl="0"/>
            <a:r>
              <a:rPr lang="de-DE"/>
              <a:t>Headline</a:t>
            </a:r>
          </a:p>
        </p:txBody>
      </p:sp>
      <p:sp>
        <p:nvSpPr>
          <p:cNvPr id="5" name="Textplatzhalter 6">
            <a:extLst>
              <a:ext uri="{FF2B5EF4-FFF2-40B4-BE49-F238E27FC236}">
                <a16:creationId xmlns:a16="http://schemas.microsoft.com/office/drawing/2014/main" id="{750994B1-121B-49AC-09B0-4DB9F36AF228}"/>
              </a:ext>
            </a:extLst>
          </p:cNvPr>
          <p:cNvSpPr>
            <a:spLocks noGrp="1"/>
          </p:cNvSpPr>
          <p:nvPr>
            <p:ph type="body" sz="quarter" idx="18" hasCustomPrompt="1"/>
          </p:nvPr>
        </p:nvSpPr>
        <p:spPr>
          <a:xfrm>
            <a:off x="406401" y="408271"/>
            <a:ext cx="7199086" cy="269848"/>
          </a:xfrm>
        </p:spPr>
        <p:txBody>
          <a:bodyPr vert="horz" lIns="0" tIns="0" rIns="0" bIns="0" rtlCol="0" anchor="ctr">
            <a:noAutofit/>
          </a:bodyPr>
          <a:lstStyle>
            <a:lvl1pPr marL="0" indent="0">
              <a:buNone/>
              <a:defRPr lang="de-DE" sz="1000" b="0" i="0" spc="300" dirty="0">
                <a:solidFill>
                  <a:schemeClr val="bg1"/>
                </a:solidFill>
                <a:latin typeface="VWAG TheSans" panose="020B0502050302020203" pitchFamily="34" charset="0"/>
                <a:ea typeface="+mj-ea"/>
                <a:cs typeface="+mj-cs"/>
              </a:defRPr>
            </a:lvl1pPr>
          </a:lstStyle>
          <a:p>
            <a:pPr marL="0" lvl="0">
              <a:lnSpc>
                <a:spcPct val="100000"/>
              </a:lnSpc>
              <a:spcBef>
                <a:spcPct val="0"/>
              </a:spcBef>
            </a:pPr>
            <a:r>
              <a:rPr lang="de-DE"/>
              <a:t>VOLKSWAGEN INFOTAINMENT GMBH</a:t>
            </a:r>
          </a:p>
        </p:txBody>
      </p:sp>
      <p:sp>
        <p:nvSpPr>
          <p:cNvPr id="2" name="Fußzeilenplatzhalter 1">
            <a:extLst>
              <a:ext uri="{FF2B5EF4-FFF2-40B4-BE49-F238E27FC236}">
                <a16:creationId xmlns:a16="http://schemas.microsoft.com/office/drawing/2014/main" id="{F1609F83-3D0F-3E3B-5EE6-F0D80EFC55DF}"/>
              </a:ext>
            </a:extLst>
          </p:cNvPr>
          <p:cNvSpPr>
            <a:spLocks noGrp="1"/>
          </p:cNvSpPr>
          <p:nvPr>
            <p:ph type="ftr" sz="quarter" idx="3"/>
          </p:nvPr>
        </p:nvSpPr>
        <p:spPr>
          <a:xfrm>
            <a:off x="2807400" y="6648144"/>
            <a:ext cx="6577200" cy="90000"/>
          </a:xfrm>
          <a:prstGeom prst="rect">
            <a:avLst/>
          </a:prstGeom>
        </p:spPr>
        <p:txBody>
          <a:bodyPr vert="horz" lIns="91440" tIns="45720" rIns="91440" bIns="45720" rtlCol="0" anchor="ctr"/>
          <a:lstStyle>
            <a:lvl1pPr algn="ctr">
              <a:defRPr lang="de-DE" sz="800" kern="1200">
                <a:solidFill>
                  <a:schemeClr val="bg1"/>
                </a:solidFill>
                <a:latin typeface="+mn-lt"/>
                <a:ea typeface="+mn-ea"/>
                <a:cs typeface="+mn-cs"/>
              </a:defRPr>
            </a:lvl1pPr>
          </a:lstStyle>
          <a:p>
            <a:r>
              <a:rPr lang="de-DE"/>
              <a:t>G  |  KSU-Klasse: 0.2 – 4 Jahre </a:t>
            </a:r>
          </a:p>
        </p:txBody>
      </p:sp>
      <p:pic>
        <p:nvPicPr>
          <p:cNvPr id="6" name="Grafik 5">
            <a:extLst>
              <a:ext uri="{FF2B5EF4-FFF2-40B4-BE49-F238E27FC236}">
                <a16:creationId xmlns:a16="http://schemas.microsoft.com/office/drawing/2014/main" id="{90BBBF83-6EBD-AA43-953F-7C5309B1C4C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8902" y="0"/>
            <a:ext cx="1693458" cy="666000"/>
          </a:xfrm>
          <a:prstGeom prst="rect">
            <a:avLst/>
          </a:prstGeom>
        </p:spPr>
      </p:pic>
    </p:spTree>
    <p:extLst>
      <p:ext uri="{BB962C8B-B14F-4D97-AF65-F5344CB8AC3E}">
        <p14:creationId xmlns:p14="http://schemas.microsoft.com/office/powerpoint/2010/main" val="3696973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3021">
          <p15:clr>
            <a:srgbClr val="FBAE40"/>
          </p15:clr>
        </p15:guide>
        <p15:guide id="5" pos="2739">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6_BILD">
    <p:spTree>
      <p:nvGrpSpPr>
        <p:cNvPr id="1" name=""/>
        <p:cNvGrpSpPr/>
        <p:nvPr/>
      </p:nvGrpSpPr>
      <p:grpSpPr>
        <a:xfrm>
          <a:off x="0" y="0"/>
          <a:ext cx="0" cy="0"/>
          <a:chOff x="0" y="0"/>
          <a:chExt cx="0" cy="0"/>
        </a:xfrm>
      </p:grpSpPr>
      <p:sp>
        <p:nvSpPr>
          <p:cNvPr id="41" name="Bildplatzhalter 28">
            <a:extLst>
              <a:ext uri="{FF2B5EF4-FFF2-40B4-BE49-F238E27FC236}">
                <a16:creationId xmlns:a16="http://schemas.microsoft.com/office/drawing/2014/main" id="{9FA64BF6-ADE3-46F0-883F-AC8ED60305B1}"/>
              </a:ext>
            </a:extLst>
          </p:cNvPr>
          <p:cNvSpPr>
            <a:spLocks noGrp="1"/>
          </p:cNvSpPr>
          <p:nvPr>
            <p:ph type="pic" sz="quarter" idx="13" hasCustomPrompt="1"/>
          </p:nvPr>
        </p:nvSpPr>
        <p:spPr>
          <a:xfrm>
            <a:off x="8086300" y="0"/>
            <a:ext cx="4105700" cy="6858000"/>
          </a:xfrm>
          <a:custGeom>
            <a:avLst/>
            <a:gdLst>
              <a:gd name="connsiteX0" fmla="*/ 0 w 4105700"/>
              <a:gd name="connsiteY0" fmla="*/ 0 h 6858000"/>
              <a:gd name="connsiteX1" fmla="*/ 2005613 w 4105700"/>
              <a:gd name="connsiteY1" fmla="*/ 0 h 6858000"/>
              <a:gd name="connsiteX2" fmla="*/ 2005613 w 4105700"/>
              <a:gd name="connsiteY2" fmla="*/ 666000 h 6858000"/>
              <a:gd name="connsiteX3" fmla="*/ 3700888 w 4105700"/>
              <a:gd name="connsiteY3" fmla="*/ 666000 h 6858000"/>
              <a:gd name="connsiteX4" fmla="*/ 3700888 w 4105700"/>
              <a:gd name="connsiteY4" fmla="*/ 0 h 6858000"/>
              <a:gd name="connsiteX5" fmla="*/ 4105700 w 4105700"/>
              <a:gd name="connsiteY5" fmla="*/ 0 h 6858000"/>
              <a:gd name="connsiteX6" fmla="*/ 4105700 w 4105700"/>
              <a:gd name="connsiteY6" fmla="*/ 6858000 h 6858000"/>
              <a:gd name="connsiteX7" fmla="*/ 0 w 41057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5700" h="6858000">
                <a:moveTo>
                  <a:pt x="0" y="0"/>
                </a:moveTo>
                <a:lnTo>
                  <a:pt x="2005613" y="0"/>
                </a:lnTo>
                <a:lnTo>
                  <a:pt x="2005613" y="666000"/>
                </a:lnTo>
                <a:lnTo>
                  <a:pt x="3700888" y="666000"/>
                </a:lnTo>
                <a:lnTo>
                  <a:pt x="3700888" y="0"/>
                </a:lnTo>
                <a:lnTo>
                  <a:pt x="4105700" y="0"/>
                </a:lnTo>
                <a:lnTo>
                  <a:pt x="4105700" y="6858000"/>
                </a:lnTo>
                <a:lnTo>
                  <a:pt x="0" y="6858000"/>
                </a:lnTo>
                <a:close/>
              </a:path>
            </a:pathLst>
          </a:custGeom>
          <a:pattFill prst="ltUpDiag">
            <a:fgClr>
              <a:srgbClr val="4C5356"/>
            </a:fgClr>
            <a:bgClr>
              <a:schemeClr val="bg1"/>
            </a:bgClr>
          </a:pattFill>
        </p:spPr>
        <p:txBody>
          <a:bodyPr vert="horz" lIns="0" tIns="0" rIns="0" bIns="0" rtlCol="0" anchor="ctr">
            <a:noAutofit/>
          </a:bodyPr>
          <a:lstStyle>
            <a:lvl1pPr>
              <a:defRPr lang="de-DE" dirty="0"/>
            </a:lvl1pPr>
          </a:lstStyle>
          <a:p>
            <a:pPr marL="0" lvl="0" indent="0" algn="ctr">
              <a:lnSpc>
                <a:spcPct val="100000"/>
              </a:lnSpc>
              <a:spcAft>
                <a:spcPts val="0"/>
              </a:spcAft>
              <a:buNone/>
            </a:pPr>
            <a:r>
              <a:rPr lang="de-DE"/>
              <a:t>Fügen Sie über das Icon ein Bild </a:t>
            </a:r>
            <a:br>
              <a:rPr lang="de-DE"/>
            </a:br>
            <a:r>
              <a:rPr lang="de-DE"/>
              <a:t>ein </a:t>
            </a:r>
          </a:p>
        </p:txBody>
      </p:sp>
      <p:sp>
        <p:nvSpPr>
          <p:cNvPr id="3" name="Bildplatzhalter 2">
            <a:extLst>
              <a:ext uri="{FF2B5EF4-FFF2-40B4-BE49-F238E27FC236}">
                <a16:creationId xmlns:a16="http://schemas.microsoft.com/office/drawing/2014/main" id="{B1D15A05-928E-4685-8891-8962526BB6DA}"/>
              </a:ext>
            </a:extLst>
          </p:cNvPr>
          <p:cNvSpPr>
            <a:spLocks noGrp="1"/>
          </p:cNvSpPr>
          <p:nvPr>
            <p:ph type="pic" sz="quarter" idx="15"/>
          </p:nvPr>
        </p:nvSpPr>
        <p:spPr>
          <a:xfrm>
            <a:off x="0" y="0"/>
            <a:ext cx="8067675" cy="68580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7" name="Datumsplatzhalter 6">
            <a:extLst>
              <a:ext uri="{FF2B5EF4-FFF2-40B4-BE49-F238E27FC236}">
                <a16:creationId xmlns:a16="http://schemas.microsoft.com/office/drawing/2014/main" id="{1C4DE3D2-864D-465D-A084-F71FCA316C4E}"/>
              </a:ext>
            </a:extLst>
          </p:cNvPr>
          <p:cNvSpPr>
            <a:spLocks noGrp="1"/>
          </p:cNvSpPr>
          <p:nvPr>
            <p:ph type="dt" sz="half" idx="10"/>
          </p:nvPr>
        </p:nvSpPr>
        <p:spPr/>
        <p:txBody>
          <a:bodyPr/>
          <a:lstStyle>
            <a:lvl1pPr>
              <a:defRPr>
                <a:solidFill>
                  <a:srgbClr val="004666"/>
                </a:solidFill>
              </a:defRPr>
            </a:lvl1pPr>
          </a:lstStyle>
          <a:p>
            <a:fld id="{39AE998E-0A4E-4F34-8874-003AD2CB3EB2}" type="datetime1">
              <a:rPr lang="de-DE" smtClean="0"/>
              <a:pPr/>
              <a:t>15.10.2026</a:t>
            </a:fld>
            <a:endParaRPr lang="de-DE"/>
          </a:p>
        </p:txBody>
      </p:sp>
      <p:sp>
        <p:nvSpPr>
          <p:cNvPr id="8" name="Foliennummernplatzhalter 7">
            <a:extLst>
              <a:ext uri="{FF2B5EF4-FFF2-40B4-BE49-F238E27FC236}">
                <a16:creationId xmlns:a16="http://schemas.microsoft.com/office/drawing/2014/main" id="{FEE8A10D-13B3-47C6-96BB-31E660D97C11}"/>
              </a:ext>
            </a:extLst>
          </p:cNvPr>
          <p:cNvSpPr>
            <a:spLocks noGrp="1"/>
          </p:cNvSpPr>
          <p:nvPr>
            <p:ph type="sldNum" sz="quarter" idx="11"/>
          </p:nvPr>
        </p:nvSpPr>
        <p:spPr/>
        <p:txBody>
          <a:bodyPr/>
          <a:lstStyle>
            <a:lvl1pPr>
              <a:defRPr>
                <a:solidFill>
                  <a:srgbClr val="004666"/>
                </a:solidFill>
              </a:defRPr>
            </a:lvl1pPr>
          </a:lstStyle>
          <a:p>
            <a:fld id="{2EA6AC58-99FC-40D1-8A10-4777F7BB7286}" type="slidenum">
              <a:rPr lang="de-DE" smtClean="0"/>
              <a:pPr/>
              <a:t>‹Nr.›</a:t>
            </a:fld>
            <a:endParaRPr lang="de-DE"/>
          </a:p>
        </p:txBody>
      </p:sp>
      <p:cxnSp>
        <p:nvCxnSpPr>
          <p:cNvPr id="10" name="Gerader Verbinder 9">
            <a:extLst>
              <a:ext uri="{FF2B5EF4-FFF2-40B4-BE49-F238E27FC236}">
                <a16:creationId xmlns:a16="http://schemas.microsoft.com/office/drawing/2014/main" id="{89FF5A0D-607B-4FB4-904A-B66C168F2BD7}"/>
              </a:ext>
            </a:extLst>
          </p:cNvPr>
          <p:cNvCxnSpPr/>
          <p:nvPr/>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758DA77F-DBE3-4099-9031-64607C78AC50}"/>
              </a:ext>
            </a:extLst>
          </p:cNvPr>
          <p:cNvSpPr txBox="1"/>
          <p:nvPr/>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3" name="Gerader Verbinder 12">
            <a:extLst>
              <a:ext uri="{FF2B5EF4-FFF2-40B4-BE49-F238E27FC236}">
                <a16:creationId xmlns:a16="http://schemas.microsoft.com/office/drawing/2014/main" id="{43A8FFBB-3EE0-40D8-95D4-E1D66088B89B}"/>
              </a:ext>
            </a:extLst>
          </p:cNvPr>
          <p:cNvCxnSpPr/>
          <p:nvPr/>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3F6F6341-9A30-4ECF-96A6-4B1B82A3FA4A}"/>
              </a:ext>
            </a:extLst>
          </p:cNvPr>
          <p:cNvSpPr txBox="1"/>
          <p:nvPr/>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15" name="Gerader Verbinder 14">
            <a:extLst>
              <a:ext uri="{FF2B5EF4-FFF2-40B4-BE49-F238E27FC236}">
                <a16:creationId xmlns:a16="http://schemas.microsoft.com/office/drawing/2014/main" id="{11A967AB-752F-4F44-AEE4-9BBEC1F708F9}"/>
              </a:ext>
            </a:extLst>
          </p:cNvPr>
          <p:cNvCxnSpPr/>
          <p:nvPr userDrawn="1"/>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356751C9-CBDD-4BAF-9346-4380214F7E53}"/>
              </a:ext>
            </a:extLst>
          </p:cNvPr>
          <p:cNvSpPr txBox="1"/>
          <p:nvPr userDrawn="1"/>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7" name="Gerader Verbinder 16">
            <a:extLst>
              <a:ext uri="{FF2B5EF4-FFF2-40B4-BE49-F238E27FC236}">
                <a16:creationId xmlns:a16="http://schemas.microsoft.com/office/drawing/2014/main" id="{CFE13429-9F9D-45B2-BA0E-BB9B22C1FD85}"/>
              </a:ext>
            </a:extLst>
          </p:cNvPr>
          <p:cNvCxnSpPr/>
          <p:nvPr userDrawn="1"/>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635B5F51-1C15-44BC-9146-7CC90294E400}"/>
              </a:ext>
            </a:extLst>
          </p:cNvPr>
          <p:cNvSpPr txBox="1"/>
          <p:nvPr userDrawn="1"/>
        </p:nvSpPr>
        <p:spPr>
          <a:xfrm>
            <a:off x="5556886" y="-211931"/>
            <a:ext cx="298449" cy="92333"/>
          </a:xfrm>
          <a:prstGeom prst="rect">
            <a:avLst/>
          </a:prstGeom>
          <a:noFill/>
        </p:spPr>
        <p:txBody>
          <a:bodyPr wrap="square" lIns="0" tIns="0" rIns="0" bIns="0" rtlCol="0">
            <a:noAutofit/>
          </a:bodyPr>
          <a:lstStyle/>
          <a:p>
            <a:r>
              <a:rPr lang="de-DE" sz="600"/>
              <a:t>0,62</a:t>
            </a:r>
          </a:p>
        </p:txBody>
      </p:sp>
      <p:sp>
        <p:nvSpPr>
          <p:cNvPr id="38" name="Textplatzhalter 8">
            <a:extLst>
              <a:ext uri="{FF2B5EF4-FFF2-40B4-BE49-F238E27FC236}">
                <a16:creationId xmlns:a16="http://schemas.microsoft.com/office/drawing/2014/main" id="{367AB1D4-C29F-4CC1-B769-6E0ACF59FF5D}"/>
              </a:ext>
            </a:extLst>
          </p:cNvPr>
          <p:cNvSpPr>
            <a:spLocks noGrp="1"/>
          </p:cNvSpPr>
          <p:nvPr>
            <p:ph type="body" sz="quarter" idx="14" hasCustomPrompt="1"/>
          </p:nvPr>
        </p:nvSpPr>
        <p:spPr>
          <a:xfrm>
            <a:off x="406400" y="678119"/>
            <a:ext cx="7199086"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rgbClr val="004666"/>
                </a:solidFill>
                <a:latin typeface="+mj-lt"/>
              </a:defRPr>
            </a:lvl1pPr>
          </a:lstStyle>
          <a:p>
            <a:pPr lvl="0"/>
            <a:r>
              <a:rPr lang="de-DE"/>
              <a:t>Headline</a:t>
            </a:r>
          </a:p>
        </p:txBody>
      </p:sp>
      <p:sp>
        <p:nvSpPr>
          <p:cNvPr id="2" name="Fußzeilenplatzhalter 1">
            <a:extLst>
              <a:ext uri="{FF2B5EF4-FFF2-40B4-BE49-F238E27FC236}">
                <a16:creationId xmlns:a16="http://schemas.microsoft.com/office/drawing/2014/main" id="{38156885-5614-4C9D-8E79-0570471C0709}"/>
              </a:ext>
            </a:extLst>
          </p:cNvPr>
          <p:cNvSpPr>
            <a:spLocks noGrp="1"/>
          </p:cNvSpPr>
          <p:nvPr>
            <p:ph type="ftr" sz="quarter" idx="19"/>
          </p:nvPr>
        </p:nvSpPr>
        <p:spPr/>
        <p:txBody>
          <a:bodyPr/>
          <a:lstStyle>
            <a:lvl1pPr>
              <a:defRPr>
                <a:solidFill>
                  <a:srgbClr val="004666"/>
                </a:solidFill>
              </a:defRPr>
            </a:lvl1pPr>
          </a:lstStyle>
          <a:p>
            <a:r>
              <a:rPr lang="de-DE"/>
              <a:t>G  |  KSU-Klasse: 0.2 – 4 Jahre </a:t>
            </a:r>
          </a:p>
        </p:txBody>
      </p:sp>
      <p:sp>
        <p:nvSpPr>
          <p:cNvPr id="5" name="Textplatzhalter 6">
            <a:extLst>
              <a:ext uri="{FF2B5EF4-FFF2-40B4-BE49-F238E27FC236}">
                <a16:creationId xmlns:a16="http://schemas.microsoft.com/office/drawing/2014/main" id="{750994B1-121B-49AC-09B0-4DB9F36AF228}"/>
              </a:ext>
            </a:extLst>
          </p:cNvPr>
          <p:cNvSpPr>
            <a:spLocks noGrp="1"/>
          </p:cNvSpPr>
          <p:nvPr>
            <p:ph type="body" sz="quarter" idx="18" hasCustomPrompt="1"/>
          </p:nvPr>
        </p:nvSpPr>
        <p:spPr>
          <a:xfrm>
            <a:off x="406401" y="408271"/>
            <a:ext cx="7199086" cy="269848"/>
          </a:xfrm>
        </p:spPr>
        <p:txBody>
          <a:bodyPr vert="horz" lIns="0" tIns="0" rIns="0" bIns="0" rtlCol="0" anchor="ctr">
            <a:noAutofit/>
          </a:bodyPr>
          <a:lstStyle>
            <a:lvl1pPr marL="0" indent="0">
              <a:buNone/>
              <a:defRPr lang="de-DE" sz="1000" b="0" i="0" spc="300" dirty="0">
                <a:solidFill>
                  <a:srgbClr val="004666"/>
                </a:solidFill>
                <a:latin typeface="VWAG TheSans" panose="020B0502050302020203" pitchFamily="34" charset="0"/>
                <a:ea typeface="+mj-ea"/>
                <a:cs typeface="+mj-cs"/>
              </a:defRPr>
            </a:lvl1pPr>
          </a:lstStyle>
          <a:p>
            <a:pPr marL="0" lvl="0">
              <a:lnSpc>
                <a:spcPct val="100000"/>
              </a:lnSpc>
              <a:spcBef>
                <a:spcPct val="0"/>
              </a:spcBef>
            </a:pPr>
            <a:r>
              <a:rPr lang="de-DE"/>
              <a:t>VOLKSWAGEN INFOTAINMENT GMBH</a:t>
            </a:r>
          </a:p>
        </p:txBody>
      </p:sp>
    </p:spTree>
    <p:extLst>
      <p:ext uri="{BB962C8B-B14F-4D97-AF65-F5344CB8AC3E}">
        <p14:creationId xmlns:p14="http://schemas.microsoft.com/office/powerpoint/2010/main" val="429144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3021">
          <p15:clr>
            <a:srgbClr val="FBAE40"/>
          </p15:clr>
        </p15:guide>
        <p15:guide id="5" pos="2739">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5_BILD">
    <p:spTree>
      <p:nvGrpSpPr>
        <p:cNvPr id="1" name=""/>
        <p:cNvGrpSpPr/>
        <p:nvPr/>
      </p:nvGrpSpPr>
      <p:grpSpPr>
        <a:xfrm>
          <a:off x="0" y="0"/>
          <a:ext cx="0" cy="0"/>
          <a:chOff x="0" y="0"/>
          <a:chExt cx="0" cy="0"/>
        </a:xfrm>
      </p:grpSpPr>
      <p:sp>
        <p:nvSpPr>
          <p:cNvPr id="40" name="Bildplatzhalter 39">
            <a:extLst>
              <a:ext uri="{FF2B5EF4-FFF2-40B4-BE49-F238E27FC236}">
                <a16:creationId xmlns:a16="http://schemas.microsoft.com/office/drawing/2014/main" id="{4CBF789D-66D4-4487-9E80-27FF2CC252CF}"/>
              </a:ext>
            </a:extLst>
          </p:cNvPr>
          <p:cNvSpPr>
            <a:spLocks noGrp="1"/>
          </p:cNvSpPr>
          <p:nvPr>
            <p:ph type="pic" sz="quarter" idx="19"/>
          </p:nvPr>
        </p:nvSpPr>
        <p:spPr>
          <a:xfrm>
            <a:off x="8086300" y="0"/>
            <a:ext cx="4105700" cy="3429000"/>
          </a:xfrm>
          <a:custGeom>
            <a:avLst/>
            <a:gdLst>
              <a:gd name="connsiteX0" fmla="*/ 0 w 4105700"/>
              <a:gd name="connsiteY0" fmla="*/ 0 h 3429000"/>
              <a:gd name="connsiteX1" fmla="*/ 2005613 w 4105700"/>
              <a:gd name="connsiteY1" fmla="*/ 0 h 3429000"/>
              <a:gd name="connsiteX2" fmla="*/ 2005613 w 4105700"/>
              <a:gd name="connsiteY2" fmla="*/ 666000 h 3429000"/>
              <a:gd name="connsiteX3" fmla="*/ 3700888 w 4105700"/>
              <a:gd name="connsiteY3" fmla="*/ 666000 h 3429000"/>
              <a:gd name="connsiteX4" fmla="*/ 3700888 w 4105700"/>
              <a:gd name="connsiteY4" fmla="*/ 0 h 3429000"/>
              <a:gd name="connsiteX5" fmla="*/ 4105700 w 4105700"/>
              <a:gd name="connsiteY5" fmla="*/ 0 h 3429000"/>
              <a:gd name="connsiteX6" fmla="*/ 4105700 w 4105700"/>
              <a:gd name="connsiteY6" fmla="*/ 3429000 h 3429000"/>
              <a:gd name="connsiteX7" fmla="*/ 0 w 41057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5700" h="3429000">
                <a:moveTo>
                  <a:pt x="0" y="0"/>
                </a:moveTo>
                <a:lnTo>
                  <a:pt x="2005613" y="0"/>
                </a:lnTo>
                <a:lnTo>
                  <a:pt x="2005613" y="666000"/>
                </a:lnTo>
                <a:lnTo>
                  <a:pt x="3700888" y="666000"/>
                </a:lnTo>
                <a:lnTo>
                  <a:pt x="3700888" y="0"/>
                </a:lnTo>
                <a:lnTo>
                  <a:pt x="4105700" y="0"/>
                </a:lnTo>
                <a:lnTo>
                  <a:pt x="4105700" y="3429000"/>
                </a:lnTo>
                <a:lnTo>
                  <a:pt x="0" y="3429000"/>
                </a:lnTo>
                <a:close/>
              </a:path>
            </a:pathLst>
          </a:custGeo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9" name="Bildplatzhalter 5">
            <a:extLst>
              <a:ext uri="{FF2B5EF4-FFF2-40B4-BE49-F238E27FC236}">
                <a16:creationId xmlns:a16="http://schemas.microsoft.com/office/drawing/2014/main" id="{4D5CBA8E-21B0-4478-A424-56FE09CD72B3}"/>
              </a:ext>
            </a:extLst>
          </p:cNvPr>
          <p:cNvSpPr>
            <a:spLocks noGrp="1"/>
          </p:cNvSpPr>
          <p:nvPr>
            <p:ph type="pic" sz="quarter" idx="20"/>
          </p:nvPr>
        </p:nvSpPr>
        <p:spPr>
          <a:xfrm>
            <a:off x="8086301" y="3452812"/>
            <a:ext cx="4105700" cy="3405187"/>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3" name="Bildplatzhalter 2">
            <a:extLst>
              <a:ext uri="{FF2B5EF4-FFF2-40B4-BE49-F238E27FC236}">
                <a16:creationId xmlns:a16="http://schemas.microsoft.com/office/drawing/2014/main" id="{B1D15A05-928E-4685-8891-8962526BB6DA}"/>
              </a:ext>
            </a:extLst>
          </p:cNvPr>
          <p:cNvSpPr>
            <a:spLocks noGrp="1"/>
          </p:cNvSpPr>
          <p:nvPr>
            <p:ph type="pic" sz="quarter" idx="15"/>
          </p:nvPr>
        </p:nvSpPr>
        <p:spPr>
          <a:xfrm>
            <a:off x="0" y="0"/>
            <a:ext cx="8067675" cy="6858000"/>
          </a:xfrm>
          <a:pattFill prst="ltUpDiag">
            <a:fgClr>
              <a:srgbClr val="4C5356"/>
            </a:fgClr>
            <a:bgClr>
              <a:schemeClr val="bg1"/>
            </a:bgClr>
          </a:pattFill>
        </p:spPr>
        <p:txBody>
          <a:bodyPr vert="horz" lIns="0" tIns="0" rIns="0" bIns="0" rtlCol="0" anchor="ctr">
            <a:noAutofit/>
          </a:bodyPr>
          <a:lstStyle>
            <a:lvl1pPr>
              <a:defRPr lang="en-GB"/>
            </a:lvl1pPr>
          </a:lstStyle>
          <a:p>
            <a:pPr marL="0" lvl="0" indent="0" algn="ctr">
              <a:lnSpc>
                <a:spcPct val="100000"/>
              </a:lnSpc>
              <a:spcAft>
                <a:spcPts val="0"/>
              </a:spcAft>
              <a:buNone/>
            </a:pPr>
            <a:endParaRPr lang="en-GB"/>
          </a:p>
        </p:txBody>
      </p:sp>
      <p:sp>
        <p:nvSpPr>
          <p:cNvPr id="7" name="Datumsplatzhalter 6">
            <a:extLst>
              <a:ext uri="{FF2B5EF4-FFF2-40B4-BE49-F238E27FC236}">
                <a16:creationId xmlns:a16="http://schemas.microsoft.com/office/drawing/2014/main" id="{1C4DE3D2-864D-465D-A084-F71FCA316C4E}"/>
              </a:ext>
            </a:extLst>
          </p:cNvPr>
          <p:cNvSpPr>
            <a:spLocks noGrp="1"/>
          </p:cNvSpPr>
          <p:nvPr>
            <p:ph type="dt" sz="half" idx="10"/>
          </p:nvPr>
        </p:nvSpPr>
        <p:spPr/>
        <p:txBody>
          <a:bodyPr/>
          <a:lstStyle>
            <a:lvl1pPr>
              <a:defRPr>
                <a:solidFill>
                  <a:schemeClr val="bg1"/>
                </a:solidFill>
              </a:defRPr>
            </a:lvl1pPr>
          </a:lstStyle>
          <a:p>
            <a:fld id="{00DEE78D-CEFD-47AC-9435-D12A47BFC17A}" type="datetime1">
              <a:rPr lang="de-DE" smtClean="0"/>
              <a:t>15.10.2026</a:t>
            </a:fld>
            <a:endParaRPr lang="de-DE"/>
          </a:p>
        </p:txBody>
      </p:sp>
      <p:sp>
        <p:nvSpPr>
          <p:cNvPr id="8" name="Foliennummernplatzhalter 7">
            <a:extLst>
              <a:ext uri="{FF2B5EF4-FFF2-40B4-BE49-F238E27FC236}">
                <a16:creationId xmlns:a16="http://schemas.microsoft.com/office/drawing/2014/main" id="{FEE8A10D-13B3-47C6-96BB-31E660D97C11}"/>
              </a:ext>
            </a:extLst>
          </p:cNvPr>
          <p:cNvSpPr>
            <a:spLocks noGrp="1"/>
          </p:cNvSpPr>
          <p:nvPr>
            <p:ph type="sldNum" sz="quarter" idx="11"/>
          </p:nvPr>
        </p:nvSpPr>
        <p:spPr/>
        <p:txBody>
          <a:bodyPr/>
          <a:lstStyle>
            <a:lvl1pPr>
              <a:defRPr>
                <a:solidFill>
                  <a:schemeClr val="bg1"/>
                </a:solidFill>
              </a:defRPr>
            </a:lvl1pPr>
          </a:lstStyle>
          <a:p>
            <a:fld id="{2EA6AC58-99FC-40D1-8A10-4777F7BB7286}" type="slidenum">
              <a:rPr lang="de-DE" smtClean="0"/>
              <a:pPr/>
              <a:t>‹Nr.›</a:t>
            </a:fld>
            <a:endParaRPr lang="de-DE"/>
          </a:p>
        </p:txBody>
      </p:sp>
      <p:cxnSp>
        <p:nvCxnSpPr>
          <p:cNvPr id="10" name="Gerader Verbinder 9">
            <a:extLst>
              <a:ext uri="{FF2B5EF4-FFF2-40B4-BE49-F238E27FC236}">
                <a16:creationId xmlns:a16="http://schemas.microsoft.com/office/drawing/2014/main" id="{89FF5A0D-607B-4FB4-904A-B66C168F2BD7}"/>
              </a:ext>
            </a:extLst>
          </p:cNvPr>
          <p:cNvCxnSpPr/>
          <p:nvPr/>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758DA77F-DBE3-4099-9031-64607C78AC50}"/>
              </a:ext>
            </a:extLst>
          </p:cNvPr>
          <p:cNvSpPr txBox="1"/>
          <p:nvPr/>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3" name="Gerader Verbinder 12">
            <a:extLst>
              <a:ext uri="{FF2B5EF4-FFF2-40B4-BE49-F238E27FC236}">
                <a16:creationId xmlns:a16="http://schemas.microsoft.com/office/drawing/2014/main" id="{43A8FFBB-3EE0-40D8-95D4-E1D66088B89B}"/>
              </a:ext>
            </a:extLst>
          </p:cNvPr>
          <p:cNvCxnSpPr/>
          <p:nvPr/>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3F6F6341-9A30-4ECF-96A6-4B1B82A3FA4A}"/>
              </a:ext>
            </a:extLst>
          </p:cNvPr>
          <p:cNvSpPr txBox="1"/>
          <p:nvPr/>
        </p:nvSpPr>
        <p:spPr>
          <a:xfrm>
            <a:off x="5556886" y="-211931"/>
            <a:ext cx="298449" cy="92333"/>
          </a:xfrm>
          <a:prstGeom prst="rect">
            <a:avLst/>
          </a:prstGeom>
          <a:noFill/>
        </p:spPr>
        <p:txBody>
          <a:bodyPr wrap="square" lIns="0" tIns="0" rIns="0" bIns="0" rtlCol="0">
            <a:noAutofit/>
          </a:bodyPr>
          <a:lstStyle/>
          <a:p>
            <a:r>
              <a:rPr lang="de-DE" sz="600"/>
              <a:t>0,62</a:t>
            </a:r>
          </a:p>
        </p:txBody>
      </p:sp>
      <p:cxnSp>
        <p:nvCxnSpPr>
          <p:cNvPr id="15" name="Gerader Verbinder 14">
            <a:extLst>
              <a:ext uri="{FF2B5EF4-FFF2-40B4-BE49-F238E27FC236}">
                <a16:creationId xmlns:a16="http://schemas.microsoft.com/office/drawing/2014/main" id="{11A967AB-752F-4F44-AEE4-9BBEC1F708F9}"/>
              </a:ext>
            </a:extLst>
          </p:cNvPr>
          <p:cNvCxnSpPr/>
          <p:nvPr userDrawn="1"/>
        </p:nvCxnSpPr>
        <p:spPr>
          <a:xfrm flipV="1">
            <a:off x="63950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356751C9-CBDD-4BAF-9346-4380214F7E53}"/>
              </a:ext>
            </a:extLst>
          </p:cNvPr>
          <p:cNvSpPr txBox="1"/>
          <p:nvPr userDrawn="1"/>
        </p:nvSpPr>
        <p:spPr>
          <a:xfrm>
            <a:off x="6442710" y="-211931"/>
            <a:ext cx="298449" cy="92333"/>
          </a:xfrm>
          <a:prstGeom prst="rect">
            <a:avLst/>
          </a:prstGeom>
          <a:noFill/>
        </p:spPr>
        <p:txBody>
          <a:bodyPr wrap="square" lIns="0" tIns="0" rIns="0" bIns="0" rtlCol="0">
            <a:noAutofit/>
          </a:bodyPr>
          <a:lstStyle/>
          <a:p>
            <a:r>
              <a:rPr lang="de-DE" sz="600"/>
              <a:t>0,62</a:t>
            </a:r>
          </a:p>
        </p:txBody>
      </p:sp>
      <p:cxnSp>
        <p:nvCxnSpPr>
          <p:cNvPr id="17" name="Gerader Verbinder 16">
            <a:extLst>
              <a:ext uri="{FF2B5EF4-FFF2-40B4-BE49-F238E27FC236}">
                <a16:creationId xmlns:a16="http://schemas.microsoft.com/office/drawing/2014/main" id="{CFE13429-9F9D-45B2-BA0E-BB9B22C1FD85}"/>
              </a:ext>
            </a:extLst>
          </p:cNvPr>
          <p:cNvCxnSpPr/>
          <p:nvPr userDrawn="1"/>
        </p:nvCxnSpPr>
        <p:spPr>
          <a:xfrm flipV="1">
            <a:off x="5798185" y="-226337"/>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635B5F51-1C15-44BC-9146-7CC90294E400}"/>
              </a:ext>
            </a:extLst>
          </p:cNvPr>
          <p:cNvSpPr txBox="1"/>
          <p:nvPr userDrawn="1"/>
        </p:nvSpPr>
        <p:spPr>
          <a:xfrm>
            <a:off x="5556886" y="-211931"/>
            <a:ext cx="298449" cy="92333"/>
          </a:xfrm>
          <a:prstGeom prst="rect">
            <a:avLst/>
          </a:prstGeom>
          <a:noFill/>
        </p:spPr>
        <p:txBody>
          <a:bodyPr wrap="square" lIns="0" tIns="0" rIns="0" bIns="0" rtlCol="0">
            <a:noAutofit/>
          </a:bodyPr>
          <a:lstStyle/>
          <a:p>
            <a:r>
              <a:rPr lang="de-DE" sz="600"/>
              <a:t>0,62</a:t>
            </a:r>
          </a:p>
        </p:txBody>
      </p:sp>
      <p:sp>
        <p:nvSpPr>
          <p:cNvPr id="38" name="Textplatzhalter 8">
            <a:extLst>
              <a:ext uri="{FF2B5EF4-FFF2-40B4-BE49-F238E27FC236}">
                <a16:creationId xmlns:a16="http://schemas.microsoft.com/office/drawing/2014/main" id="{367AB1D4-C29F-4CC1-B769-6E0ACF59FF5D}"/>
              </a:ext>
            </a:extLst>
          </p:cNvPr>
          <p:cNvSpPr>
            <a:spLocks noGrp="1"/>
          </p:cNvSpPr>
          <p:nvPr>
            <p:ph type="body" sz="quarter" idx="14" hasCustomPrompt="1"/>
          </p:nvPr>
        </p:nvSpPr>
        <p:spPr>
          <a:xfrm>
            <a:off x="406400" y="678119"/>
            <a:ext cx="7199086"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bg1"/>
                </a:solidFill>
                <a:latin typeface="+mj-lt"/>
              </a:defRPr>
            </a:lvl1pPr>
          </a:lstStyle>
          <a:p>
            <a:pPr lvl="0"/>
            <a:r>
              <a:rPr lang="de-DE"/>
              <a:t>Headline</a:t>
            </a:r>
          </a:p>
        </p:txBody>
      </p:sp>
      <p:sp>
        <p:nvSpPr>
          <p:cNvPr id="35" name="Textplatzhalter 6">
            <a:extLst>
              <a:ext uri="{FF2B5EF4-FFF2-40B4-BE49-F238E27FC236}">
                <a16:creationId xmlns:a16="http://schemas.microsoft.com/office/drawing/2014/main" id="{533CC7FE-1D3F-47A2-833A-0A69909E87C3}"/>
              </a:ext>
            </a:extLst>
          </p:cNvPr>
          <p:cNvSpPr>
            <a:spLocks noGrp="1"/>
          </p:cNvSpPr>
          <p:nvPr>
            <p:ph type="body" sz="quarter" idx="18" hasCustomPrompt="1"/>
          </p:nvPr>
        </p:nvSpPr>
        <p:spPr>
          <a:xfrm>
            <a:off x="406401" y="408271"/>
            <a:ext cx="7199086" cy="269848"/>
          </a:xfrm>
        </p:spPr>
        <p:txBody>
          <a:bodyPr vert="horz" lIns="0" tIns="0" rIns="0" bIns="0" rtlCol="0" anchor="ctr">
            <a:noAutofit/>
          </a:bodyPr>
          <a:lstStyle>
            <a:lvl1pPr marL="0" indent="0">
              <a:buNone/>
              <a:defRPr lang="de-DE" sz="1000" b="0" i="0" spc="300" dirty="0">
                <a:solidFill>
                  <a:schemeClr val="bg1"/>
                </a:solidFill>
                <a:latin typeface="VWAG TheSans" panose="020B0502050302020203" pitchFamily="34" charset="0"/>
                <a:ea typeface="+mj-ea"/>
                <a:cs typeface="+mj-cs"/>
              </a:defRPr>
            </a:lvl1pPr>
          </a:lstStyle>
          <a:p>
            <a:pPr marL="0" lvl="0">
              <a:lnSpc>
                <a:spcPct val="100000"/>
              </a:lnSpc>
              <a:spcBef>
                <a:spcPct val="0"/>
              </a:spcBef>
            </a:pPr>
            <a:r>
              <a:rPr lang="de-DE"/>
              <a:t>VOLKSWAGEN INFOTAINMENT GMBH</a:t>
            </a:r>
          </a:p>
        </p:txBody>
      </p:sp>
      <p:sp>
        <p:nvSpPr>
          <p:cNvPr id="2" name="Fußzeilenplatzhalter 1">
            <a:extLst>
              <a:ext uri="{FF2B5EF4-FFF2-40B4-BE49-F238E27FC236}">
                <a16:creationId xmlns:a16="http://schemas.microsoft.com/office/drawing/2014/main" id="{1E7288D3-AA90-68ED-C0A1-5EF94F866160}"/>
              </a:ext>
            </a:extLst>
          </p:cNvPr>
          <p:cNvSpPr>
            <a:spLocks noGrp="1"/>
          </p:cNvSpPr>
          <p:nvPr>
            <p:ph type="ftr" sz="quarter" idx="3"/>
          </p:nvPr>
        </p:nvSpPr>
        <p:spPr>
          <a:xfrm>
            <a:off x="2807400" y="6648144"/>
            <a:ext cx="6577200" cy="90000"/>
          </a:xfrm>
          <a:prstGeom prst="rect">
            <a:avLst/>
          </a:prstGeom>
        </p:spPr>
        <p:txBody>
          <a:bodyPr vert="horz" lIns="91440" tIns="45720" rIns="91440" bIns="45720" rtlCol="0" anchor="ctr"/>
          <a:lstStyle>
            <a:lvl1pPr algn="ctr">
              <a:defRPr lang="de-DE" sz="800" kern="1200">
                <a:solidFill>
                  <a:schemeClr val="bg1"/>
                </a:solidFill>
                <a:latin typeface="+mn-lt"/>
                <a:ea typeface="+mn-ea"/>
                <a:cs typeface="+mn-cs"/>
              </a:defRPr>
            </a:lvl1pPr>
          </a:lstStyle>
          <a:p>
            <a:r>
              <a:rPr lang="de-DE"/>
              <a:t>G  |  KSU-Klasse: 0.2 – 4 Jahre </a:t>
            </a:r>
          </a:p>
        </p:txBody>
      </p:sp>
      <p:pic>
        <p:nvPicPr>
          <p:cNvPr id="5" name="Grafik 4">
            <a:extLst>
              <a:ext uri="{FF2B5EF4-FFF2-40B4-BE49-F238E27FC236}">
                <a16:creationId xmlns:a16="http://schemas.microsoft.com/office/drawing/2014/main" id="{30392260-3C4A-3916-DF37-17101BD6D83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8902" y="0"/>
            <a:ext cx="1693458" cy="666000"/>
          </a:xfrm>
          <a:prstGeom prst="rect">
            <a:avLst/>
          </a:prstGeom>
        </p:spPr>
      </p:pic>
    </p:spTree>
    <p:extLst>
      <p:ext uri="{BB962C8B-B14F-4D97-AF65-F5344CB8AC3E}">
        <p14:creationId xmlns:p14="http://schemas.microsoft.com/office/powerpoint/2010/main" val="1586109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3021">
          <p15:clr>
            <a:srgbClr val="FBAE40"/>
          </p15:clr>
        </p15:guide>
        <p15:guide id="5" pos="2739">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KONTAKT">
    <p:spTree>
      <p:nvGrpSpPr>
        <p:cNvPr id="1" name=""/>
        <p:cNvGrpSpPr/>
        <p:nvPr/>
      </p:nvGrpSpPr>
      <p:grpSpPr>
        <a:xfrm>
          <a:off x="0" y="0"/>
          <a:ext cx="0" cy="0"/>
          <a:chOff x="0" y="0"/>
          <a:chExt cx="0" cy="0"/>
        </a:xfrm>
      </p:grpSpPr>
      <p:sp>
        <p:nvSpPr>
          <p:cNvPr id="6" name="Textplatzhalter 5">
            <a:extLst>
              <a:ext uri="{FF2B5EF4-FFF2-40B4-BE49-F238E27FC236}">
                <a16:creationId xmlns:a16="http://schemas.microsoft.com/office/drawing/2014/main" id="{276DE515-EA33-42D1-A0CF-670B20503699}"/>
              </a:ext>
            </a:extLst>
          </p:cNvPr>
          <p:cNvSpPr>
            <a:spLocks noGrp="1"/>
          </p:cNvSpPr>
          <p:nvPr>
            <p:ph type="body" sz="quarter" idx="25"/>
          </p:nvPr>
        </p:nvSpPr>
        <p:spPr>
          <a:xfrm>
            <a:off x="406400" y="4123024"/>
            <a:ext cx="2952750" cy="1994437"/>
          </a:xfrm>
        </p:spPr>
        <p:txBody>
          <a:bodyPr vert="horz" lIns="0" tIns="0" rIns="0" bIns="0" rtlCol="0">
            <a:noAutofit/>
          </a:bodyPr>
          <a:lstStyle>
            <a:lvl1pPr>
              <a:defRPr lang="de-DE" sz="1400" b="0" smtClean="0">
                <a:solidFill>
                  <a:schemeClr val="accent5"/>
                </a:solidFill>
              </a:defRPr>
            </a:lvl1pPr>
            <a:lvl2pPr>
              <a:defRPr lang="de-DE" sz="1400" b="0" smtClean="0">
                <a:solidFill>
                  <a:schemeClr val="accent5"/>
                </a:solidFill>
              </a:defRPr>
            </a:lvl2pPr>
            <a:lvl3pPr>
              <a:defRPr lang="de-DE" sz="14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21" name="Bildplatzhalter 4">
            <a:extLst>
              <a:ext uri="{FF2B5EF4-FFF2-40B4-BE49-F238E27FC236}">
                <a16:creationId xmlns:a16="http://schemas.microsoft.com/office/drawing/2014/main" id="{EA3D72FA-ACE2-4B2F-8DF0-3BDD72B077F7}"/>
              </a:ext>
            </a:extLst>
          </p:cNvPr>
          <p:cNvSpPr>
            <a:spLocks noGrp="1"/>
          </p:cNvSpPr>
          <p:nvPr>
            <p:ph type="pic" sz="quarter" idx="18"/>
          </p:nvPr>
        </p:nvSpPr>
        <p:spPr>
          <a:xfrm>
            <a:off x="406399" y="1460500"/>
            <a:ext cx="1594237" cy="196850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Bild</a:t>
            </a:r>
          </a:p>
        </p:txBody>
      </p:sp>
      <p:cxnSp>
        <p:nvCxnSpPr>
          <p:cNvPr id="11" name="Gerader Verbinder 10">
            <a:extLst>
              <a:ext uri="{FF2B5EF4-FFF2-40B4-BE49-F238E27FC236}">
                <a16:creationId xmlns:a16="http://schemas.microsoft.com/office/drawing/2014/main" id="{CE6853AE-C5E9-42F2-B260-1F8C5AB49464}"/>
              </a:ext>
            </a:extLst>
          </p:cNvPr>
          <p:cNvCxnSpPr/>
          <p:nvPr/>
        </p:nvCxnSpPr>
        <p:spPr>
          <a:xfrm flipV="1">
            <a:off x="4344035"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7E242A85-233B-497B-95FF-256174DD2A3A}"/>
              </a:ext>
            </a:extLst>
          </p:cNvPr>
          <p:cNvCxnSpPr/>
          <p:nvPr/>
        </p:nvCxnSpPr>
        <p:spPr>
          <a:xfrm flipV="1">
            <a:off x="3906679"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107DD68-87BE-43E5-8362-4F98FCFF8477}"/>
              </a:ext>
            </a:extLst>
          </p:cNvPr>
          <p:cNvCxnSpPr/>
          <p:nvPr/>
        </p:nvCxnSpPr>
        <p:spPr>
          <a:xfrm flipV="1">
            <a:off x="7847119"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EC7E53C8-4424-400D-ACF2-DF6B873F5B5B}"/>
              </a:ext>
            </a:extLst>
          </p:cNvPr>
          <p:cNvCxnSpPr/>
          <p:nvPr/>
        </p:nvCxnSpPr>
        <p:spPr>
          <a:xfrm flipV="1">
            <a:off x="8280507"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0E4A4F9D-A4F0-4778-915F-9C798CD2F19A}"/>
              </a:ext>
            </a:extLst>
          </p:cNvPr>
          <p:cNvSpPr txBox="1"/>
          <p:nvPr/>
        </p:nvSpPr>
        <p:spPr>
          <a:xfrm>
            <a:off x="4391661" y="-211931"/>
            <a:ext cx="298449" cy="92333"/>
          </a:xfrm>
          <a:prstGeom prst="rect">
            <a:avLst/>
          </a:prstGeom>
          <a:noFill/>
        </p:spPr>
        <p:txBody>
          <a:bodyPr wrap="square" lIns="0" tIns="0" rIns="0" bIns="0" rtlCol="0">
            <a:noAutofit/>
          </a:bodyPr>
          <a:lstStyle/>
          <a:p>
            <a:r>
              <a:rPr lang="de-DE" sz="600"/>
              <a:t>4,87</a:t>
            </a:r>
          </a:p>
        </p:txBody>
      </p:sp>
      <p:sp>
        <p:nvSpPr>
          <p:cNvPr id="31" name="Textfeld 30">
            <a:extLst>
              <a:ext uri="{FF2B5EF4-FFF2-40B4-BE49-F238E27FC236}">
                <a16:creationId xmlns:a16="http://schemas.microsoft.com/office/drawing/2014/main" id="{88F99D9F-77FC-4233-928B-83EF854A6EE1}"/>
              </a:ext>
            </a:extLst>
          </p:cNvPr>
          <p:cNvSpPr txBox="1"/>
          <p:nvPr/>
        </p:nvSpPr>
        <p:spPr>
          <a:xfrm>
            <a:off x="8328137" y="-211931"/>
            <a:ext cx="298449" cy="92333"/>
          </a:xfrm>
          <a:prstGeom prst="rect">
            <a:avLst/>
          </a:prstGeom>
          <a:noFill/>
        </p:spPr>
        <p:txBody>
          <a:bodyPr wrap="square" lIns="0" tIns="0" rIns="0" bIns="0" rtlCol="0">
            <a:noAutofit/>
          </a:bodyPr>
          <a:lstStyle/>
          <a:p>
            <a:r>
              <a:rPr lang="de-DE" sz="600"/>
              <a:t>6,08</a:t>
            </a:r>
          </a:p>
        </p:txBody>
      </p:sp>
      <p:cxnSp>
        <p:nvCxnSpPr>
          <p:cNvPr id="18" name="Gerader Verbinder 17">
            <a:extLst>
              <a:ext uri="{FF2B5EF4-FFF2-40B4-BE49-F238E27FC236}">
                <a16:creationId xmlns:a16="http://schemas.microsoft.com/office/drawing/2014/main" id="{F84DDAFA-6CE3-46DC-910C-E8A23788DAA7}"/>
              </a:ext>
            </a:extLst>
          </p:cNvPr>
          <p:cNvCxnSpPr/>
          <p:nvPr userDrawn="1"/>
        </p:nvCxnSpPr>
        <p:spPr>
          <a:xfrm flipV="1">
            <a:off x="4344035"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3" name="Datumsplatzhalter 2">
            <a:extLst>
              <a:ext uri="{FF2B5EF4-FFF2-40B4-BE49-F238E27FC236}">
                <a16:creationId xmlns:a16="http://schemas.microsoft.com/office/drawing/2014/main" id="{D9A281EE-20F0-4A3F-91A6-2986F21BB89B}"/>
              </a:ext>
            </a:extLst>
          </p:cNvPr>
          <p:cNvSpPr>
            <a:spLocks noGrp="1"/>
          </p:cNvSpPr>
          <p:nvPr>
            <p:ph type="dt" sz="half" idx="15"/>
          </p:nvPr>
        </p:nvSpPr>
        <p:spPr/>
        <p:txBody>
          <a:bodyPr/>
          <a:lstStyle/>
          <a:p>
            <a:fld id="{AEBDD898-433A-409B-A9D9-43D7D2477352}" type="datetime1">
              <a:rPr lang="de-DE" smtClean="0"/>
              <a:t>15.10.2026</a:t>
            </a:fld>
            <a:endParaRPr lang="de-DE"/>
          </a:p>
        </p:txBody>
      </p:sp>
      <p:sp>
        <p:nvSpPr>
          <p:cNvPr id="5" name="Foliennummernplatzhalter 4">
            <a:extLst>
              <a:ext uri="{FF2B5EF4-FFF2-40B4-BE49-F238E27FC236}">
                <a16:creationId xmlns:a16="http://schemas.microsoft.com/office/drawing/2014/main" id="{31BC3830-475B-455C-B055-71FA1262A203}"/>
              </a:ext>
            </a:extLst>
          </p:cNvPr>
          <p:cNvSpPr>
            <a:spLocks noGrp="1"/>
          </p:cNvSpPr>
          <p:nvPr>
            <p:ph type="sldNum" sz="quarter" idx="16"/>
          </p:nvPr>
        </p:nvSpPr>
        <p:spPr/>
        <p:txBody>
          <a:bodyPr/>
          <a:lstStyle/>
          <a:p>
            <a:fld id="{2EA6AC58-99FC-40D1-8A10-4777F7BB7286}" type="slidenum">
              <a:rPr lang="de-DE" smtClean="0"/>
              <a:pPr/>
              <a:t>‹Nr.›</a:t>
            </a:fld>
            <a:endParaRPr lang="de-DE"/>
          </a:p>
        </p:txBody>
      </p:sp>
      <p:sp>
        <p:nvSpPr>
          <p:cNvPr id="25" name="Textfeld 24">
            <a:extLst>
              <a:ext uri="{FF2B5EF4-FFF2-40B4-BE49-F238E27FC236}">
                <a16:creationId xmlns:a16="http://schemas.microsoft.com/office/drawing/2014/main" id="{B4E34D1D-FA14-47E7-AE97-CC7CFC4339BA}"/>
              </a:ext>
            </a:extLst>
          </p:cNvPr>
          <p:cNvSpPr txBox="1"/>
          <p:nvPr userDrawn="1"/>
        </p:nvSpPr>
        <p:spPr>
          <a:xfrm>
            <a:off x="3954308" y="-211931"/>
            <a:ext cx="298449" cy="92333"/>
          </a:xfrm>
          <a:prstGeom prst="rect">
            <a:avLst/>
          </a:prstGeom>
          <a:noFill/>
        </p:spPr>
        <p:txBody>
          <a:bodyPr wrap="square" lIns="0" tIns="0" rIns="0" bIns="0" rtlCol="0">
            <a:noAutofit/>
          </a:bodyPr>
          <a:lstStyle/>
          <a:p>
            <a:r>
              <a:rPr lang="de-DE" sz="600"/>
              <a:t>6,08</a:t>
            </a:r>
          </a:p>
        </p:txBody>
      </p:sp>
      <p:sp>
        <p:nvSpPr>
          <p:cNvPr id="26" name="Textfeld 25">
            <a:extLst>
              <a:ext uri="{FF2B5EF4-FFF2-40B4-BE49-F238E27FC236}">
                <a16:creationId xmlns:a16="http://schemas.microsoft.com/office/drawing/2014/main" id="{6DD05060-C551-4EEA-9B65-7409CB0B6374}"/>
              </a:ext>
            </a:extLst>
          </p:cNvPr>
          <p:cNvSpPr txBox="1"/>
          <p:nvPr userDrawn="1"/>
        </p:nvSpPr>
        <p:spPr>
          <a:xfrm>
            <a:off x="7894749" y="-211931"/>
            <a:ext cx="298449" cy="92333"/>
          </a:xfrm>
          <a:prstGeom prst="rect">
            <a:avLst/>
          </a:prstGeom>
          <a:noFill/>
        </p:spPr>
        <p:txBody>
          <a:bodyPr wrap="square" lIns="0" tIns="0" rIns="0" bIns="0" rtlCol="0">
            <a:noAutofit/>
          </a:bodyPr>
          <a:lstStyle/>
          <a:p>
            <a:r>
              <a:rPr lang="de-DE" sz="600"/>
              <a:t>4,87</a:t>
            </a:r>
          </a:p>
        </p:txBody>
      </p:sp>
      <p:sp>
        <p:nvSpPr>
          <p:cNvPr id="19" name="Textplatzhalter 8">
            <a:extLst>
              <a:ext uri="{FF2B5EF4-FFF2-40B4-BE49-F238E27FC236}">
                <a16:creationId xmlns:a16="http://schemas.microsoft.com/office/drawing/2014/main" id="{189AA541-908C-4235-AA90-34FEE0655DAE}"/>
              </a:ext>
            </a:extLst>
          </p:cNvPr>
          <p:cNvSpPr>
            <a:spLocks noGrp="1"/>
          </p:cNvSpPr>
          <p:nvPr>
            <p:ph type="body" sz="quarter" idx="17"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37" name="Textplatzhalter 2">
            <a:extLst>
              <a:ext uri="{FF2B5EF4-FFF2-40B4-BE49-F238E27FC236}">
                <a16:creationId xmlns:a16="http://schemas.microsoft.com/office/drawing/2014/main" id="{5361D8E7-61B8-4B00-AF74-50A80D813A4F}"/>
              </a:ext>
            </a:extLst>
          </p:cNvPr>
          <p:cNvSpPr>
            <a:spLocks noGrp="1"/>
          </p:cNvSpPr>
          <p:nvPr>
            <p:ph type="body" sz="quarter" idx="24" hasCustomPrompt="1"/>
          </p:nvPr>
        </p:nvSpPr>
        <p:spPr>
          <a:xfrm>
            <a:off x="406399" y="3727060"/>
            <a:ext cx="2952986"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38" name="Gerader Verbinder 37">
            <a:extLst>
              <a:ext uri="{FF2B5EF4-FFF2-40B4-BE49-F238E27FC236}">
                <a16:creationId xmlns:a16="http://schemas.microsoft.com/office/drawing/2014/main" id="{50149A74-5C7C-449B-A637-6C9C9879A307}"/>
              </a:ext>
            </a:extLst>
          </p:cNvPr>
          <p:cNvCxnSpPr>
            <a:cxnSpLocks/>
          </p:cNvCxnSpPr>
          <p:nvPr userDrawn="1"/>
        </p:nvCxnSpPr>
        <p:spPr>
          <a:xfrm>
            <a:off x="406399" y="4027320"/>
            <a:ext cx="295298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48" name="Textplatzhalter 5">
            <a:extLst>
              <a:ext uri="{FF2B5EF4-FFF2-40B4-BE49-F238E27FC236}">
                <a16:creationId xmlns:a16="http://schemas.microsoft.com/office/drawing/2014/main" id="{49209395-3EDF-4713-9154-A42181D0EC83}"/>
              </a:ext>
            </a:extLst>
          </p:cNvPr>
          <p:cNvSpPr>
            <a:spLocks noGrp="1"/>
          </p:cNvSpPr>
          <p:nvPr>
            <p:ph type="body" sz="quarter" idx="26"/>
          </p:nvPr>
        </p:nvSpPr>
        <p:spPr>
          <a:xfrm>
            <a:off x="4355300" y="4123024"/>
            <a:ext cx="2952750" cy="1994437"/>
          </a:xfrm>
        </p:spPr>
        <p:txBody>
          <a:bodyPr vert="horz" lIns="0" tIns="0" rIns="0" bIns="0" rtlCol="0">
            <a:noAutofit/>
          </a:bodyPr>
          <a:lstStyle>
            <a:lvl1pPr>
              <a:defRPr lang="de-DE" sz="1400" b="0" smtClean="0">
                <a:solidFill>
                  <a:schemeClr val="accent5"/>
                </a:solidFill>
              </a:defRPr>
            </a:lvl1pPr>
            <a:lvl2pPr>
              <a:defRPr lang="de-DE" sz="1400" b="0" smtClean="0">
                <a:solidFill>
                  <a:schemeClr val="accent5"/>
                </a:solidFill>
              </a:defRPr>
            </a:lvl2pPr>
            <a:lvl3pPr>
              <a:defRPr lang="de-DE" sz="14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49" name="Bildplatzhalter 4">
            <a:extLst>
              <a:ext uri="{FF2B5EF4-FFF2-40B4-BE49-F238E27FC236}">
                <a16:creationId xmlns:a16="http://schemas.microsoft.com/office/drawing/2014/main" id="{24D0367C-8594-4CCE-BA62-988A174B8C69}"/>
              </a:ext>
            </a:extLst>
          </p:cNvPr>
          <p:cNvSpPr>
            <a:spLocks noGrp="1"/>
          </p:cNvSpPr>
          <p:nvPr>
            <p:ph type="pic" sz="quarter" idx="27"/>
          </p:nvPr>
        </p:nvSpPr>
        <p:spPr>
          <a:xfrm>
            <a:off x="4355299" y="1460500"/>
            <a:ext cx="1594237" cy="196850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Bild</a:t>
            </a:r>
          </a:p>
        </p:txBody>
      </p:sp>
      <p:sp>
        <p:nvSpPr>
          <p:cNvPr id="50" name="Textplatzhalter 2">
            <a:extLst>
              <a:ext uri="{FF2B5EF4-FFF2-40B4-BE49-F238E27FC236}">
                <a16:creationId xmlns:a16="http://schemas.microsoft.com/office/drawing/2014/main" id="{31940070-E397-454F-901C-BEFCF09B51F5}"/>
              </a:ext>
            </a:extLst>
          </p:cNvPr>
          <p:cNvSpPr>
            <a:spLocks noGrp="1"/>
          </p:cNvSpPr>
          <p:nvPr>
            <p:ph type="body" sz="quarter" idx="28" hasCustomPrompt="1"/>
          </p:nvPr>
        </p:nvSpPr>
        <p:spPr>
          <a:xfrm>
            <a:off x="4355299" y="3727060"/>
            <a:ext cx="2952986"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51" name="Gerader Verbinder 50">
            <a:extLst>
              <a:ext uri="{FF2B5EF4-FFF2-40B4-BE49-F238E27FC236}">
                <a16:creationId xmlns:a16="http://schemas.microsoft.com/office/drawing/2014/main" id="{EA91ED22-D9A8-44F5-86CA-1B7C80D4E2D5}"/>
              </a:ext>
            </a:extLst>
          </p:cNvPr>
          <p:cNvCxnSpPr>
            <a:cxnSpLocks/>
          </p:cNvCxnSpPr>
          <p:nvPr userDrawn="1"/>
        </p:nvCxnSpPr>
        <p:spPr>
          <a:xfrm>
            <a:off x="4355299" y="4027320"/>
            <a:ext cx="295298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52" name="Textplatzhalter 5">
            <a:extLst>
              <a:ext uri="{FF2B5EF4-FFF2-40B4-BE49-F238E27FC236}">
                <a16:creationId xmlns:a16="http://schemas.microsoft.com/office/drawing/2014/main" id="{42CFA091-7060-4022-8AC2-62DF1636A0AC}"/>
              </a:ext>
            </a:extLst>
          </p:cNvPr>
          <p:cNvSpPr>
            <a:spLocks noGrp="1"/>
          </p:cNvSpPr>
          <p:nvPr>
            <p:ph type="body" sz="quarter" idx="29"/>
          </p:nvPr>
        </p:nvSpPr>
        <p:spPr>
          <a:xfrm>
            <a:off x="8304436" y="4123024"/>
            <a:ext cx="2952750" cy="1994437"/>
          </a:xfrm>
        </p:spPr>
        <p:txBody>
          <a:bodyPr vert="horz" lIns="0" tIns="0" rIns="0" bIns="0" rtlCol="0">
            <a:noAutofit/>
          </a:bodyPr>
          <a:lstStyle>
            <a:lvl1pPr>
              <a:defRPr lang="de-DE" sz="1400" b="0" smtClean="0">
                <a:solidFill>
                  <a:schemeClr val="accent5"/>
                </a:solidFill>
              </a:defRPr>
            </a:lvl1pPr>
            <a:lvl2pPr>
              <a:defRPr lang="de-DE" sz="1400" b="0" smtClean="0">
                <a:solidFill>
                  <a:schemeClr val="accent5"/>
                </a:solidFill>
              </a:defRPr>
            </a:lvl2pPr>
            <a:lvl3pPr>
              <a:defRPr lang="de-DE" sz="14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53" name="Bildplatzhalter 4">
            <a:extLst>
              <a:ext uri="{FF2B5EF4-FFF2-40B4-BE49-F238E27FC236}">
                <a16:creationId xmlns:a16="http://schemas.microsoft.com/office/drawing/2014/main" id="{8E369D1C-21C2-4974-B81D-FF5893A2308C}"/>
              </a:ext>
            </a:extLst>
          </p:cNvPr>
          <p:cNvSpPr>
            <a:spLocks noGrp="1"/>
          </p:cNvSpPr>
          <p:nvPr>
            <p:ph type="pic" sz="quarter" idx="30"/>
          </p:nvPr>
        </p:nvSpPr>
        <p:spPr>
          <a:xfrm>
            <a:off x="8304435" y="1460500"/>
            <a:ext cx="1594237" cy="196850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Bild</a:t>
            </a:r>
          </a:p>
        </p:txBody>
      </p:sp>
      <p:sp>
        <p:nvSpPr>
          <p:cNvPr id="54" name="Textplatzhalter 2">
            <a:extLst>
              <a:ext uri="{FF2B5EF4-FFF2-40B4-BE49-F238E27FC236}">
                <a16:creationId xmlns:a16="http://schemas.microsoft.com/office/drawing/2014/main" id="{8C15C42A-4446-45F7-BFF9-8241B2BE8CD7}"/>
              </a:ext>
            </a:extLst>
          </p:cNvPr>
          <p:cNvSpPr>
            <a:spLocks noGrp="1"/>
          </p:cNvSpPr>
          <p:nvPr>
            <p:ph type="body" sz="quarter" idx="31" hasCustomPrompt="1"/>
          </p:nvPr>
        </p:nvSpPr>
        <p:spPr>
          <a:xfrm>
            <a:off x="8304435" y="3727060"/>
            <a:ext cx="2952986"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6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55" name="Gerader Verbinder 54">
            <a:extLst>
              <a:ext uri="{FF2B5EF4-FFF2-40B4-BE49-F238E27FC236}">
                <a16:creationId xmlns:a16="http://schemas.microsoft.com/office/drawing/2014/main" id="{E54D99BE-2287-49A3-8248-1A1070F30A54}"/>
              </a:ext>
            </a:extLst>
          </p:cNvPr>
          <p:cNvCxnSpPr>
            <a:cxnSpLocks/>
          </p:cNvCxnSpPr>
          <p:nvPr userDrawn="1"/>
        </p:nvCxnSpPr>
        <p:spPr>
          <a:xfrm>
            <a:off x="8304435" y="4027320"/>
            <a:ext cx="295298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Fußzeilenplatzhalter 3">
            <a:extLst>
              <a:ext uri="{FF2B5EF4-FFF2-40B4-BE49-F238E27FC236}">
                <a16:creationId xmlns:a16="http://schemas.microsoft.com/office/drawing/2014/main" id="{DD7259CB-9C57-0469-5EF4-98692BCFFFB1}"/>
              </a:ext>
            </a:extLst>
          </p:cNvPr>
          <p:cNvSpPr>
            <a:spLocks noGrp="1"/>
          </p:cNvSpPr>
          <p:nvPr>
            <p:ph type="ftr" sz="quarter" idx="32"/>
          </p:nvPr>
        </p:nvSpPr>
        <p:spPr>
          <a:xfrm>
            <a:off x="2807400" y="6648379"/>
            <a:ext cx="6577200" cy="90000"/>
          </a:xfrm>
        </p:spPr>
        <p:txBody>
          <a:bodyPr/>
          <a:lstStyle/>
          <a:p>
            <a:r>
              <a:rPr lang="de-DE"/>
              <a:t>G  |  KSU-Klasse: 0.2 – 4 Jahre </a:t>
            </a:r>
          </a:p>
        </p:txBody>
      </p:sp>
    </p:spTree>
    <p:extLst>
      <p:ext uri="{BB962C8B-B14F-4D97-AF65-F5344CB8AC3E}">
        <p14:creationId xmlns:p14="http://schemas.microsoft.com/office/powerpoint/2010/main" val="1884495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2462">
          <p15:clr>
            <a:srgbClr val="FBAE40"/>
          </p15:clr>
        </p15:guide>
        <p15:guide id="6" pos="4944">
          <p15:clr>
            <a:srgbClr val="FBAE40"/>
          </p15:clr>
        </p15:guide>
        <p15:guide id="7" pos="5216">
          <p15:clr>
            <a:srgbClr val="FBAE40"/>
          </p15:clr>
        </p15:guide>
        <p15:guide id="8" pos="273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KONTAKT">
    <p:spTree>
      <p:nvGrpSpPr>
        <p:cNvPr id="1" name=""/>
        <p:cNvGrpSpPr/>
        <p:nvPr/>
      </p:nvGrpSpPr>
      <p:grpSpPr>
        <a:xfrm>
          <a:off x="0" y="0"/>
          <a:ext cx="0" cy="0"/>
          <a:chOff x="0" y="0"/>
          <a:chExt cx="0" cy="0"/>
        </a:xfrm>
      </p:grpSpPr>
      <p:sp>
        <p:nvSpPr>
          <p:cNvPr id="21" name="Bildplatzhalter 4">
            <a:extLst>
              <a:ext uri="{FF2B5EF4-FFF2-40B4-BE49-F238E27FC236}">
                <a16:creationId xmlns:a16="http://schemas.microsoft.com/office/drawing/2014/main" id="{EA3D72FA-ACE2-4B2F-8DF0-3BDD72B077F7}"/>
              </a:ext>
            </a:extLst>
          </p:cNvPr>
          <p:cNvSpPr>
            <a:spLocks noGrp="1"/>
          </p:cNvSpPr>
          <p:nvPr>
            <p:ph type="pic" sz="quarter" idx="18"/>
          </p:nvPr>
        </p:nvSpPr>
        <p:spPr>
          <a:xfrm>
            <a:off x="406399" y="1460500"/>
            <a:ext cx="1594237" cy="1968487"/>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Bild</a:t>
            </a:r>
          </a:p>
        </p:txBody>
      </p:sp>
      <p:sp>
        <p:nvSpPr>
          <p:cNvPr id="6" name="Textplatzhalter 5">
            <a:extLst>
              <a:ext uri="{FF2B5EF4-FFF2-40B4-BE49-F238E27FC236}">
                <a16:creationId xmlns:a16="http://schemas.microsoft.com/office/drawing/2014/main" id="{276DE515-EA33-42D1-A0CF-670B20503699}"/>
              </a:ext>
            </a:extLst>
          </p:cNvPr>
          <p:cNvSpPr>
            <a:spLocks noGrp="1"/>
          </p:cNvSpPr>
          <p:nvPr>
            <p:ph type="body" sz="quarter" idx="25"/>
          </p:nvPr>
        </p:nvSpPr>
        <p:spPr>
          <a:xfrm>
            <a:off x="2560676" y="1890784"/>
            <a:ext cx="2952750" cy="1538207"/>
          </a:xfrm>
        </p:spPr>
        <p:txBody>
          <a:bodyPr vert="horz" lIns="0" tIns="0" rIns="0" bIns="0" rtlCol="0">
            <a:noAutofit/>
          </a:bodyPr>
          <a:lstStyle>
            <a:lvl1pPr>
              <a:defRPr lang="de-DE" sz="1200" b="0" smtClean="0">
                <a:solidFill>
                  <a:schemeClr val="accent5"/>
                </a:solidFill>
              </a:defRPr>
            </a:lvl1pPr>
            <a:lvl2pPr>
              <a:defRPr lang="de-DE" sz="1200" b="0" smtClean="0">
                <a:solidFill>
                  <a:schemeClr val="accent5"/>
                </a:solidFill>
              </a:defRPr>
            </a:lvl2pPr>
            <a:lvl3pPr>
              <a:defRPr lang="de-DE" sz="12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cxnSp>
        <p:nvCxnSpPr>
          <p:cNvPr id="11" name="Gerader Verbinder 10">
            <a:extLst>
              <a:ext uri="{FF2B5EF4-FFF2-40B4-BE49-F238E27FC236}">
                <a16:creationId xmlns:a16="http://schemas.microsoft.com/office/drawing/2014/main" id="{CE6853AE-C5E9-42F2-B260-1F8C5AB49464}"/>
              </a:ext>
            </a:extLst>
          </p:cNvPr>
          <p:cNvCxnSpPr/>
          <p:nvPr/>
        </p:nvCxnSpPr>
        <p:spPr>
          <a:xfrm flipV="1">
            <a:off x="4344035"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7E242A85-233B-497B-95FF-256174DD2A3A}"/>
              </a:ext>
            </a:extLst>
          </p:cNvPr>
          <p:cNvCxnSpPr/>
          <p:nvPr/>
        </p:nvCxnSpPr>
        <p:spPr>
          <a:xfrm flipV="1">
            <a:off x="3906679"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107DD68-87BE-43E5-8362-4F98FCFF8477}"/>
              </a:ext>
            </a:extLst>
          </p:cNvPr>
          <p:cNvCxnSpPr/>
          <p:nvPr/>
        </p:nvCxnSpPr>
        <p:spPr>
          <a:xfrm flipV="1">
            <a:off x="7847119"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EC7E53C8-4424-400D-ACF2-DF6B873F5B5B}"/>
              </a:ext>
            </a:extLst>
          </p:cNvPr>
          <p:cNvCxnSpPr/>
          <p:nvPr/>
        </p:nvCxnSpPr>
        <p:spPr>
          <a:xfrm flipV="1">
            <a:off x="8280507"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0E4A4F9D-A4F0-4778-915F-9C798CD2F19A}"/>
              </a:ext>
            </a:extLst>
          </p:cNvPr>
          <p:cNvSpPr txBox="1"/>
          <p:nvPr/>
        </p:nvSpPr>
        <p:spPr>
          <a:xfrm>
            <a:off x="4391661" y="-211931"/>
            <a:ext cx="298449" cy="92333"/>
          </a:xfrm>
          <a:prstGeom prst="rect">
            <a:avLst/>
          </a:prstGeom>
          <a:noFill/>
        </p:spPr>
        <p:txBody>
          <a:bodyPr wrap="square" lIns="0" tIns="0" rIns="0" bIns="0" rtlCol="0">
            <a:noAutofit/>
          </a:bodyPr>
          <a:lstStyle/>
          <a:p>
            <a:r>
              <a:rPr lang="de-DE" sz="600"/>
              <a:t>4,87</a:t>
            </a:r>
          </a:p>
        </p:txBody>
      </p:sp>
      <p:sp>
        <p:nvSpPr>
          <p:cNvPr id="31" name="Textfeld 30">
            <a:extLst>
              <a:ext uri="{FF2B5EF4-FFF2-40B4-BE49-F238E27FC236}">
                <a16:creationId xmlns:a16="http://schemas.microsoft.com/office/drawing/2014/main" id="{88F99D9F-77FC-4233-928B-83EF854A6EE1}"/>
              </a:ext>
            </a:extLst>
          </p:cNvPr>
          <p:cNvSpPr txBox="1"/>
          <p:nvPr/>
        </p:nvSpPr>
        <p:spPr>
          <a:xfrm>
            <a:off x="8328137" y="-211931"/>
            <a:ext cx="298449" cy="92333"/>
          </a:xfrm>
          <a:prstGeom prst="rect">
            <a:avLst/>
          </a:prstGeom>
          <a:noFill/>
        </p:spPr>
        <p:txBody>
          <a:bodyPr wrap="square" lIns="0" tIns="0" rIns="0" bIns="0" rtlCol="0">
            <a:noAutofit/>
          </a:bodyPr>
          <a:lstStyle/>
          <a:p>
            <a:r>
              <a:rPr lang="de-DE" sz="600"/>
              <a:t>6,08</a:t>
            </a:r>
          </a:p>
        </p:txBody>
      </p:sp>
      <p:cxnSp>
        <p:nvCxnSpPr>
          <p:cNvPr id="18" name="Gerader Verbinder 17">
            <a:extLst>
              <a:ext uri="{FF2B5EF4-FFF2-40B4-BE49-F238E27FC236}">
                <a16:creationId xmlns:a16="http://schemas.microsoft.com/office/drawing/2014/main" id="{F84DDAFA-6CE3-46DC-910C-E8A23788DAA7}"/>
              </a:ext>
            </a:extLst>
          </p:cNvPr>
          <p:cNvCxnSpPr/>
          <p:nvPr userDrawn="1"/>
        </p:nvCxnSpPr>
        <p:spPr>
          <a:xfrm flipV="1">
            <a:off x="4344035"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3" name="Datumsplatzhalter 2">
            <a:extLst>
              <a:ext uri="{FF2B5EF4-FFF2-40B4-BE49-F238E27FC236}">
                <a16:creationId xmlns:a16="http://schemas.microsoft.com/office/drawing/2014/main" id="{D9A281EE-20F0-4A3F-91A6-2986F21BB89B}"/>
              </a:ext>
            </a:extLst>
          </p:cNvPr>
          <p:cNvSpPr>
            <a:spLocks noGrp="1"/>
          </p:cNvSpPr>
          <p:nvPr>
            <p:ph type="dt" sz="half" idx="15"/>
          </p:nvPr>
        </p:nvSpPr>
        <p:spPr/>
        <p:txBody>
          <a:bodyPr/>
          <a:lstStyle/>
          <a:p>
            <a:fld id="{C665C8D7-578A-46CF-8187-C6A20A2C32D9}" type="datetime1">
              <a:rPr lang="de-DE" smtClean="0"/>
              <a:t>15.10.2026</a:t>
            </a:fld>
            <a:endParaRPr lang="de-DE"/>
          </a:p>
        </p:txBody>
      </p:sp>
      <p:sp>
        <p:nvSpPr>
          <p:cNvPr id="5" name="Foliennummernplatzhalter 4">
            <a:extLst>
              <a:ext uri="{FF2B5EF4-FFF2-40B4-BE49-F238E27FC236}">
                <a16:creationId xmlns:a16="http://schemas.microsoft.com/office/drawing/2014/main" id="{31BC3830-475B-455C-B055-71FA1262A203}"/>
              </a:ext>
            </a:extLst>
          </p:cNvPr>
          <p:cNvSpPr>
            <a:spLocks noGrp="1"/>
          </p:cNvSpPr>
          <p:nvPr>
            <p:ph type="sldNum" sz="quarter" idx="16"/>
          </p:nvPr>
        </p:nvSpPr>
        <p:spPr/>
        <p:txBody>
          <a:bodyPr/>
          <a:lstStyle/>
          <a:p>
            <a:fld id="{2EA6AC58-99FC-40D1-8A10-4777F7BB7286}" type="slidenum">
              <a:rPr lang="de-DE" smtClean="0"/>
              <a:pPr/>
              <a:t>‹Nr.›</a:t>
            </a:fld>
            <a:endParaRPr lang="de-DE"/>
          </a:p>
        </p:txBody>
      </p:sp>
      <p:sp>
        <p:nvSpPr>
          <p:cNvPr id="25" name="Textfeld 24">
            <a:extLst>
              <a:ext uri="{FF2B5EF4-FFF2-40B4-BE49-F238E27FC236}">
                <a16:creationId xmlns:a16="http://schemas.microsoft.com/office/drawing/2014/main" id="{B4E34D1D-FA14-47E7-AE97-CC7CFC4339BA}"/>
              </a:ext>
            </a:extLst>
          </p:cNvPr>
          <p:cNvSpPr txBox="1"/>
          <p:nvPr userDrawn="1"/>
        </p:nvSpPr>
        <p:spPr>
          <a:xfrm>
            <a:off x="3954308" y="-211931"/>
            <a:ext cx="298449" cy="92333"/>
          </a:xfrm>
          <a:prstGeom prst="rect">
            <a:avLst/>
          </a:prstGeom>
          <a:noFill/>
        </p:spPr>
        <p:txBody>
          <a:bodyPr wrap="square" lIns="0" tIns="0" rIns="0" bIns="0" rtlCol="0">
            <a:noAutofit/>
          </a:bodyPr>
          <a:lstStyle/>
          <a:p>
            <a:r>
              <a:rPr lang="de-DE" sz="600"/>
              <a:t>6,08</a:t>
            </a:r>
          </a:p>
        </p:txBody>
      </p:sp>
      <p:sp>
        <p:nvSpPr>
          <p:cNvPr id="26" name="Textfeld 25">
            <a:extLst>
              <a:ext uri="{FF2B5EF4-FFF2-40B4-BE49-F238E27FC236}">
                <a16:creationId xmlns:a16="http://schemas.microsoft.com/office/drawing/2014/main" id="{6DD05060-C551-4EEA-9B65-7409CB0B6374}"/>
              </a:ext>
            </a:extLst>
          </p:cNvPr>
          <p:cNvSpPr txBox="1"/>
          <p:nvPr userDrawn="1"/>
        </p:nvSpPr>
        <p:spPr>
          <a:xfrm>
            <a:off x="7894749" y="-211931"/>
            <a:ext cx="298449" cy="92333"/>
          </a:xfrm>
          <a:prstGeom prst="rect">
            <a:avLst/>
          </a:prstGeom>
          <a:noFill/>
        </p:spPr>
        <p:txBody>
          <a:bodyPr wrap="square" lIns="0" tIns="0" rIns="0" bIns="0" rtlCol="0">
            <a:noAutofit/>
          </a:bodyPr>
          <a:lstStyle/>
          <a:p>
            <a:r>
              <a:rPr lang="de-DE" sz="600"/>
              <a:t>4,87</a:t>
            </a:r>
          </a:p>
        </p:txBody>
      </p:sp>
      <p:sp>
        <p:nvSpPr>
          <p:cNvPr id="19" name="Textplatzhalter 8">
            <a:extLst>
              <a:ext uri="{FF2B5EF4-FFF2-40B4-BE49-F238E27FC236}">
                <a16:creationId xmlns:a16="http://schemas.microsoft.com/office/drawing/2014/main" id="{189AA541-908C-4235-AA90-34FEE0655DAE}"/>
              </a:ext>
            </a:extLst>
          </p:cNvPr>
          <p:cNvSpPr>
            <a:spLocks noGrp="1"/>
          </p:cNvSpPr>
          <p:nvPr>
            <p:ph type="body" sz="quarter" idx="17"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37" name="Textplatzhalter 2">
            <a:extLst>
              <a:ext uri="{FF2B5EF4-FFF2-40B4-BE49-F238E27FC236}">
                <a16:creationId xmlns:a16="http://schemas.microsoft.com/office/drawing/2014/main" id="{5361D8E7-61B8-4B00-AF74-50A80D813A4F}"/>
              </a:ext>
            </a:extLst>
          </p:cNvPr>
          <p:cNvSpPr>
            <a:spLocks noGrp="1"/>
          </p:cNvSpPr>
          <p:nvPr>
            <p:ph type="body" sz="quarter" idx="24" hasCustomPrompt="1"/>
          </p:nvPr>
        </p:nvSpPr>
        <p:spPr>
          <a:xfrm>
            <a:off x="2560675" y="1494820"/>
            <a:ext cx="2952986"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38" name="Gerader Verbinder 37">
            <a:extLst>
              <a:ext uri="{FF2B5EF4-FFF2-40B4-BE49-F238E27FC236}">
                <a16:creationId xmlns:a16="http://schemas.microsoft.com/office/drawing/2014/main" id="{50149A74-5C7C-449B-A637-6C9C9879A307}"/>
              </a:ext>
            </a:extLst>
          </p:cNvPr>
          <p:cNvCxnSpPr>
            <a:cxnSpLocks/>
          </p:cNvCxnSpPr>
          <p:nvPr userDrawn="1"/>
        </p:nvCxnSpPr>
        <p:spPr>
          <a:xfrm>
            <a:off x="2560675" y="1795080"/>
            <a:ext cx="295298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73" name="Textplatzhalter 5">
            <a:extLst>
              <a:ext uri="{FF2B5EF4-FFF2-40B4-BE49-F238E27FC236}">
                <a16:creationId xmlns:a16="http://schemas.microsoft.com/office/drawing/2014/main" id="{1801A2F9-AE10-4295-947E-5AA471E7D76E}"/>
              </a:ext>
            </a:extLst>
          </p:cNvPr>
          <p:cNvSpPr>
            <a:spLocks noGrp="1"/>
          </p:cNvSpPr>
          <p:nvPr>
            <p:ph type="body" sz="quarter" idx="32"/>
          </p:nvPr>
        </p:nvSpPr>
        <p:spPr>
          <a:xfrm>
            <a:off x="2560676" y="4384889"/>
            <a:ext cx="2952750" cy="1572513"/>
          </a:xfrm>
        </p:spPr>
        <p:txBody>
          <a:bodyPr vert="horz" lIns="0" tIns="0" rIns="0" bIns="0" rtlCol="0">
            <a:noAutofit/>
          </a:bodyPr>
          <a:lstStyle>
            <a:lvl1pPr>
              <a:defRPr lang="de-DE" sz="1200" b="0" smtClean="0">
                <a:solidFill>
                  <a:schemeClr val="accent5"/>
                </a:solidFill>
              </a:defRPr>
            </a:lvl1pPr>
            <a:lvl2pPr>
              <a:defRPr lang="de-DE" sz="1200" b="0" smtClean="0">
                <a:solidFill>
                  <a:schemeClr val="accent5"/>
                </a:solidFill>
              </a:defRPr>
            </a:lvl2pPr>
            <a:lvl3pPr>
              <a:defRPr lang="de-DE" sz="12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74" name="Bildplatzhalter 4">
            <a:extLst>
              <a:ext uri="{FF2B5EF4-FFF2-40B4-BE49-F238E27FC236}">
                <a16:creationId xmlns:a16="http://schemas.microsoft.com/office/drawing/2014/main" id="{6AD8862C-CAB3-4C9A-8975-F18F446037CC}"/>
              </a:ext>
            </a:extLst>
          </p:cNvPr>
          <p:cNvSpPr>
            <a:spLocks noGrp="1"/>
          </p:cNvSpPr>
          <p:nvPr>
            <p:ph type="pic" sz="quarter" idx="33"/>
          </p:nvPr>
        </p:nvSpPr>
        <p:spPr>
          <a:xfrm>
            <a:off x="406399" y="3988925"/>
            <a:ext cx="1594237" cy="1968480"/>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Bild</a:t>
            </a:r>
          </a:p>
        </p:txBody>
      </p:sp>
      <p:sp>
        <p:nvSpPr>
          <p:cNvPr id="75" name="Textplatzhalter 2">
            <a:extLst>
              <a:ext uri="{FF2B5EF4-FFF2-40B4-BE49-F238E27FC236}">
                <a16:creationId xmlns:a16="http://schemas.microsoft.com/office/drawing/2014/main" id="{02E6D44F-61AF-487E-AB21-D68A8183D0FB}"/>
              </a:ext>
            </a:extLst>
          </p:cNvPr>
          <p:cNvSpPr>
            <a:spLocks noGrp="1"/>
          </p:cNvSpPr>
          <p:nvPr>
            <p:ph type="body" sz="quarter" idx="34" hasCustomPrompt="1"/>
          </p:nvPr>
        </p:nvSpPr>
        <p:spPr>
          <a:xfrm>
            <a:off x="2560675" y="3988925"/>
            <a:ext cx="2952986"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76" name="Gerader Verbinder 75">
            <a:extLst>
              <a:ext uri="{FF2B5EF4-FFF2-40B4-BE49-F238E27FC236}">
                <a16:creationId xmlns:a16="http://schemas.microsoft.com/office/drawing/2014/main" id="{AAD856E2-9FB2-4BE0-A270-7474C1E05770}"/>
              </a:ext>
            </a:extLst>
          </p:cNvPr>
          <p:cNvCxnSpPr>
            <a:cxnSpLocks/>
          </p:cNvCxnSpPr>
          <p:nvPr userDrawn="1"/>
        </p:nvCxnSpPr>
        <p:spPr>
          <a:xfrm>
            <a:off x="2560675" y="4289185"/>
            <a:ext cx="295298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78" name="Textplatzhalter 5">
            <a:extLst>
              <a:ext uri="{FF2B5EF4-FFF2-40B4-BE49-F238E27FC236}">
                <a16:creationId xmlns:a16="http://schemas.microsoft.com/office/drawing/2014/main" id="{4DDF44BA-9DF4-4248-AEC7-16084FDD9AD1}"/>
              </a:ext>
            </a:extLst>
          </p:cNvPr>
          <p:cNvSpPr>
            <a:spLocks noGrp="1"/>
          </p:cNvSpPr>
          <p:nvPr>
            <p:ph type="body" sz="quarter" idx="35"/>
          </p:nvPr>
        </p:nvSpPr>
        <p:spPr>
          <a:xfrm>
            <a:off x="8454789" y="1856441"/>
            <a:ext cx="2952750" cy="1572523"/>
          </a:xfrm>
        </p:spPr>
        <p:txBody>
          <a:bodyPr vert="horz" lIns="0" tIns="0" rIns="0" bIns="0" rtlCol="0">
            <a:noAutofit/>
          </a:bodyPr>
          <a:lstStyle>
            <a:lvl1pPr>
              <a:defRPr lang="de-DE" sz="1200" b="0" smtClean="0">
                <a:solidFill>
                  <a:schemeClr val="accent5"/>
                </a:solidFill>
              </a:defRPr>
            </a:lvl1pPr>
            <a:lvl2pPr>
              <a:defRPr lang="de-DE" sz="1200" b="0" smtClean="0">
                <a:solidFill>
                  <a:schemeClr val="accent5"/>
                </a:solidFill>
              </a:defRPr>
            </a:lvl2pPr>
            <a:lvl3pPr>
              <a:defRPr lang="de-DE" sz="12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79" name="Bildplatzhalter 4">
            <a:extLst>
              <a:ext uri="{FF2B5EF4-FFF2-40B4-BE49-F238E27FC236}">
                <a16:creationId xmlns:a16="http://schemas.microsoft.com/office/drawing/2014/main" id="{29698B73-4522-4F62-9EF3-D47650F87009}"/>
              </a:ext>
            </a:extLst>
          </p:cNvPr>
          <p:cNvSpPr>
            <a:spLocks noGrp="1"/>
          </p:cNvSpPr>
          <p:nvPr>
            <p:ph type="pic" sz="quarter" idx="36"/>
          </p:nvPr>
        </p:nvSpPr>
        <p:spPr>
          <a:xfrm>
            <a:off x="6300512" y="1460495"/>
            <a:ext cx="1594237" cy="1968487"/>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sz="1200"/>
            </a:lvl1pPr>
          </a:lstStyle>
          <a:p>
            <a:r>
              <a:rPr lang="de-DE"/>
              <a:t>Bild</a:t>
            </a:r>
          </a:p>
        </p:txBody>
      </p:sp>
      <p:sp>
        <p:nvSpPr>
          <p:cNvPr id="80" name="Textplatzhalter 2">
            <a:extLst>
              <a:ext uri="{FF2B5EF4-FFF2-40B4-BE49-F238E27FC236}">
                <a16:creationId xmlns:a16="http://schemas.microsoft.com/office/drawing/2014/main" id="{EB7DF9EA-0066-491D-975D-43B6B17EA3C2}"/>
              </a:ext>
            </a:extLst>
          </p:cNvPr>
          <p:cNvSpPr>
            <a:spLocks noGrp="1"/>
          </p:cNvSpPr>
          <p:nvPr>
            <p:ph type="body" sz="quarter" idx="37" hasCustomPrompt="1"/>
          </p:nvPr>
        </p:nvSpPr>
        <p:spPr>
          <a:xfrm>
            <a:off x="8454788" y="1460477"/>
            <a:ext cx="2952986"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81" name="Gerader Verbinder 80">
            <a:extLst>
              <a:ext uri="{FF2B5EF4-FFF2-40B4-BE49-F238E27FC236}">
                <a16:creationId xmlns:a16="http://schemas.microsoft.com/office/drawing/2014/main" id="{52AAA5E0-AC27-4EB7-8286-8BA1A2068B34}"/>
              </a:ext>
            </a:extLst>
          </p:cNvPr>
          <p:cNvCxnSpPr>
            <a:cxnSpLocks/>
          </p:cNvCxnSpPr>
          <p:nvPr userDrawn="1"/>
        </p:nvCxnSpPr>
        <p:spPr>
          <a:xfrm>
            <a:off x="8454788" y="1760737"/>
            <a:ext cx="295298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83" name="Textplatzhalter 5">
            <a:extLst>
              <a:ext uri="{FF2B5EF4-FFF2-40B4-BE49-F238E27FC236}">
                <a16:creationId xmlns:a16="http://schemas.microsoft.com/office/drawing/2014/main" id="{0B0EEDB1-EC2D-4B51-A87E-5587D01FC6A2}"/>
              </a:ext>
            </a:extLst>
          </p:cNvPr>
          <p:cNvSpPr>
            <a:spLocks noGrp="1"/>
          </p:cNvSpPr>
          <p:nvPr>
            <p:ph type="body" sz="quarter" idx="38"/>
          </p:nvPr>
        </p:nvSpPr>
        <p:spPr>
          <a:xfrm>
            <a:off x="8454789" y="4384889"/>
            <a:ext cx="2952750" cy="1572485"/>
          </a:xfrm>
        </p:spPr>
        <p:txBody>
          <a:bodyPr vert="horz" lIns="0" tIns="0" rIns="0" bIns="0" rtlCol="0">
            <a:noAutofit/>
          </a:bodyPr>
          <a:lstStyle>
            <a:lvl1pPr>
              <a:defRPr lang="de-DE" sz="1200" b="0" smtClean="0">
                <a:solidFill>
                  <a:schemeClr val="accent5"/>
                </a:solidFill>
              </a:defRPr>
            </a:lvl1pPr>
            <a:lvl2pPr>
              <a:defRPr lang="de-DE" sz="1200" b="0" smtClean="0">
                <a:solidFill>
                  <a:schemeClr val="accent5"/>
                </a:solidFill>
              </a:defRPr>
            </a:lvl2pPr>
            <a:lvl3pPr>
              <a:defRPr lang="de-DE" sz="12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84" name="Bildplatzhalter 4">
            <a:extLst>
              <a:ext uri="{FF2B5EF4-FFF2-40B4-BE49-F238E27FC236}">
                <a16:creationId xmlns:a16="http://schemas.microsoft.com/office/drawing/2014/main" id="{9B7813C5-6F01-439E-93A8-D30A35F4D69A}"/>
              </a:ext>
            </a:extLst>
          </p:cNvPr>
          <p:cNvSpPr>
            <a:spLocks noGrp="1"/>
          </p:cNvSpPr>
          <p:nvPr>
            <p:ph type="pic" sz="quarter" idx="39"/>
          </p:nvPr>
        </p:nvSpPr>
        <p:spPr>
          <a:xfrm>
            <a:off x="6300512" y="3988925"/>
            <a:ext cx="1594237" cy="1968472"/>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sz="1200"/>
            </a:lvl1pPr>
          </a:lstStyle>
          <a:p>
            <a:r>
              <a:rPr lang="de-DE"/>
              <a:t>Bild</a:t>
            </a:r>
          </a:p>
        </p:txBody>
      </p:sp>
      <p:sp>
        <p:nvSpPr>
          <p:cNvPr id="85" name="Textplatzhalter 2">
            <a:extLst>
              <a:ext uri="{FF2B5EF4-FFF2-40B4-BE49-F238E27FC236}">
                <a16:creationId xmlns:a16="http://schemas.microsoft.com/office/drawing/2014/main" id="{7ADBCA2E-D367-4AAF-BCD1-50A3E4FFDAE6}"/>
              </a:ext>
            </a:extLst>
          </p:cNvPr>
          <p:cNvSpPr>
            <a:spLocks noGrp="1"/>
          </p:cNvSpPr>
          <p:nvPr>
            <p:ph type="body" sz="quarter" idx="40" hasCustomPrompt="1"/>
          </p:nvPr>
        </p:nvSpPr>
        <p:spPr>
          <a:xfrm>
            <a:off x="8454788" y="3988925"/>
            <a:ext cx="2952986" cy="204864"/>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4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86" name="Gerader Verbinder 85">
            <a:extLst>
              <a:ext uri="{FF2B5EF4-FFF2-40B4-BE49-F238E27FC236}">
                <a16:creationId xmlns:a16="http://schemas.microsoft.com/office/drawing/2014/main" id="{0EE918F0-0567-40D1-9AC8-6CD1A039B777}"/>
              </a:ext>
            </a:extLst>
          </p:cNvPr>
          <p:cNvCxnSpPr>
            <a:cxnSpLocks/>
          </p:cNvCxnSpPr>
          <p:nvPr userDrawn="1"/>
        </p:nvCxnSpPr>
        <p:spPr>
          <a:xfrm>
            <a:off x="8454788" y="4289185"/>
            <a:ext cx="295298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Fußzeilenplatzhalter 3">
            <a:extLst>
              <a:ext uri="{FF2B5EF4-FFF2-40B4-BE49-F238E27FC236}">
                <a16:creationId xmlns:a16="http://schemas.microsoft.com/office/drawing/2014/main" id="{9D9DE8EA-8473-2AED-A44E-3C7D8C721283}"/>
              </a:ext>
            </a:extLst>
          </p:cNvPr>
          <p:cNvSpPr>
            <a:spLocks noGrp="1"/>
          </p:cNvSpPr>
          <p:nvPr>
            <p:ph type="ftr" sz="quarter" idx="41"/>
          </p:nvPr>
        </p:nvSpPr>
        <p:spPr>
          <a:xfrm>
            <a:off x="2807400" y="6648379"/>
            <a:ext cx="6577200" cy="90000"/>
          </a:xfrm>
        </p:spPr>
        <p:txBody>
          <a:bodyPr/>
          <a:lstStyle/>
          <a:p>
            <a:r>
              <a:rPr lang="de-DE"/>
              <a:t>G  |  KSU-Klasse: 0.2 – 4 Jahre </a:t>
            </a:r>
          </a:p>
        </p:txBody>
      </p:sp>
    </p:spTree>
    <p:extLst>
      <p:ext uri="{BB962C8B-B14F-4D97-AF65-F5344CB8AC3E}">
        <p14:creationId xmlns:p14="http://schemas.microsoft.com/office/powerpoint/2010/main" val="244874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2462">
          <p15:clr>
            <a:srgbClr val="FBAE40"/>
          </p15:clr>
        </p15:guide>
        <p15:guide id="6" pos="4944">
          <p15:clr>
            <a:srgbClr val="FBAE40"/>
          </p15:clr>
        </p15:guide>
        <p15:guide id="7" pos="5216">
          <p15:clr>
            <a:srgbClr val="FBAE40"/>
          </p15:clr>
        </p15:guide>
        <p15:guide id="8" pos="273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KONTAKT">
    <p:spTree>
      <p:nvGrpSpPr>
        <p:cNvPr id="1" name=""/>
        <p:cNvGrpSpPr/>
        <p:nvPr/>
      </p:nvGrpSpPr>
      <p:grpSpPr>
        <a:xfrm>
          <a:off x="0" y="0"/>
          <a:ext cx="0" cy="0"/>
          <a:chOff x="0" y="0"/>
          <a:chExt cx="0" cy="0"/>
        </a:xfrm>
      </p:grpSpPr>
      <p:sp>
        <p:nvSpPr>
          <p:cNvPr id="6" name="Textplatzhalter 5">
            <a:extLst>
              <a:ext uri="{FF2B5EF4-FFF2-40B4-BE49-F238E27FC236}">
                <a16:creationId xmlns:a16="http://schemas.microsoft.com/office/drawing/2014/main" id="{276DE515-EA33-42D1-A0CF-670B20503699}"/>
              </a:ext>
            </a:extLst>
          </p:cNvPr>
          <p:cNvSpPr>
            <a:spLocks noGrp="1"/>
          </p:cNvSpPr>
          <p:nvPr>
            <p:ph type="body" sz="quarter" idx="25"/>
          </p:nvPr>
        </p:nvSpPr>
        <p:spPr>
          <a:xfrm>
            <a:off x="1934764" y="2054407"/>
            <a:ext cx="1971687" cy="1374594"/>
          </a:xfrm>
        </p:spPr>
        <p:txBody>
          <a:bodyPr vert="horz" lIns="0" tIns="0" rIns="0" bIns="0" rtlCol="0">
            <a:noAutofit/>
          </a:bodyPr>
          <a:lstStyle>
            <a:lvl1pPr>
              <a:defRPr lang="de-DE" sz="1100" b="0" smtClean="0">
                <a:solidFill>
                  <a:schemeClr val="accent5"/>
                </a:solidFill>
              </a:defRPr>
            </a:lvl1pPr>
            <a:lvl2pPr>
              <a:defRPr lang="de-DE" sz="1100" b="0" smtClean="0">
                <a:solidFill>
                  <a:schemeClr val="accent5"/>
                </a:solidFill>
              </a:defRPr>
            </a:lvl2pPr>
            <a:lvl3pPr>
              <a:defRPr lang="de-DE" sz="11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21" name="Bildplatzhalter 4">
            <a:extLst>
              <a:ext uri="{FF2B5EF4-FFF2-40B4-BE49-F238E27FC236}">
                <a16:creationId xmlns:a16="http://schemas.microsoft.com/office/drawing/2014/main" id="{EA3D72FA-ACE2-4B2F-8DF0-3BDD72B077F7}"/>
              </a:ext>
            </a:extLst>
          </p:cNvPr>
          <p:cNvSpPr>
            <a:spLocks noGrp="1"/>
          </p:cNvSpPr>
          <p:nvPr>
            <p:ph type="pic" sz="quarter" idx="18"/>
          </p:nvPr>
        </p:nvSpPr>
        <p:spPr>
          <a:xfrm>
            <a:off x="406400" y="1658443"/>
            <a:ext cx="1303929" cy="1770553"/>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Bild</a:t>
            </a:r>
          </a:p>
        </p:txBody>
      </p:sp>
      <p:cxnSp>
        <p:nvCxnSpPr>
          <p:cNvPr id="11" name="Gerader Verbinder 10">
            <a:extLst>
              <a:ext uri="{FF2B5EF4-FFF2-40B4-BE49-F238E27FC236}">
                <a16:creationId xmlns:a16="http://schemas.microsoft.com/office/drawing/2014/main" id="{CE6853AE-C5E9-42F2-B260-1F8C5AB49464}"/>
              </a:ext>
            </a:extLst>
          </p:cNvPr>
          <p:cNvCxnSpPr/>
          <p:nvPr/>
        </p:nvCxnSpPr>
        <p:spPr>
          <a:xfrm flipV="1">
            <a:off x="4344035"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7E242A85-233B-497B-95FF-256174DD2A3A}"/>
              </a:ext>
            </a:extLst>
          </p:cNvPr>
          <p:cNvCxnSpPr/>
          <p:nvPr/>
        </p:nvCxnSpPr>
        <p:spPr>
          <a:xfrm flipV="1">
            <a:off x="3906679"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107DD68-87BE-43E5-8362-4F98FCFF8477}"/>
              </a:ext>
            </a:extLst>
          </p:cNvPr>
          <p:cNvCxnSpPr/>
          <p:nvPr/>
        </p:nvCxnSpPr>
        <p:spPr>
          <a:xfrm flipV="1">
            <a:off x="7847119"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EC7E53C8-4424-400D-ACF2-DF6B873F5B5B}"/>
              </a:ext>
            </a:extLst>
          </p:cNvPr>
          <p:cNvCxnSpPr/>
          <p:nvPr/>
        </p:nvCxnSpPr>
        <p:spPr>
          <a:xfrm flipV="1">
            <a:off x="8280507"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0E4A4F9D-A4F0-4778-915F-9C798CD2F19A}"/>
              </a:ext>
            </a:extLst>
          </p:cNvPr>
          <p:cNvSpPr txBox="1"/>
          <p:nvPr/>
        </p:nvSpPr>
        <p:spPr>
          <a:xfrm>
            <a:off x="4391661" y="-211931"/>
            <a:ext cx="298449" cy="92333"/>
          </a:xfrm>
          <a:prstGeom prst="rect">
            <a:avLst/>
          </a:prstGeom>
          <a:noFill/>
        </p:spPr>
        <p:txBody>
          <a:bodyPr wrap="square" lIns="0" tIns="0" rIns="0" bIns="0" rtlCol="0">
            <a:noAutofit/>
          </a:bodyPr>
          <a:lstStyle/>
          <a:p>
            <a:r>
              <a:rPr lang="de-DE" sz="600"/>
              <a:t>4,87</a:t>
            </a:r>
          </a:p>
        </p:txBody>
      </p:sp>
      <p:sp>
        <p:nvSpPr>
          <p:cNvPr id="31" name="Textfeld 30">
            <a:extLst>
              <a:ext uri="{FF2B5EF4-FFF2-40B4-BE49-F238E27FC236}">
                <a16:creationId xmlns:a16="http://schemas.microsoft.com/office/drawing/2014/main" id="{88F99D9F-77FC-4233-928B-83EF854A6EE1}"/>
              </a:ext>
            </a:extLst>
          </p:cNvPr>
          <p:cNvSpPr txBox="1"/>
          <p:nvPr/>
        </p:nvSpPr>
        <p:spPr>
          <a:xfrm>
            <a:off x="8328137" y="-211931"/>
            <a:ext cx="298449" cy="92333"/>
          </a:xfrm>
          <a:prstGeom prst="rect">
            <a:avLst/>
          </a:prstGeom>
          <a:noFill/>
        </p:spPr>
        <p:txBody>
          <a:bodyPr wrap="square" lIns="0" tIns="0" rIns="0" bIns="0" rtlCol="0">
            <a:noAutofit/>
          </a:bodyPr>
          <a:lstStyle/>
          <a:p>
            <a:r>
              <a:rPr lang="de-DE" sz="600"/>
              <a:t>6,08</a:t>
            </a:r>
          </a:p>
        </p:txBody>
      </p:sp>
      <p:cxnSp>
        <p:nvCxnSpPr>
          <p:cNvPr id="18" name="Gerader Verbinder 17">
            <a:extLst>
              <a:ext uri="{FF2B5EF4-FFF2-40B4-BE49-F238E27FC236}">
                <a16:creationId xmlns:a16="http://schemas.microsoft.com/office/drawing/2014/main" id="{F84DDAFA-6CE3-46DC-910C-E8A23788DAA7}"/>
              </a:ext>
            </a:extLst>
          </p:cNvPr>
          <p:cNvCxnSpPr/>
          <p:nvPr userDrawn="1"/>
        </p:nvCxnSpPr>
        <p:spPr>
          <a:xfrm flipV="1">
            <a:off x="4344035"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3" name="Datumsplatzhalter 2">
            <a:extLst>
              <a:ext uri="{FF2B5EF4-FFF2-40B4-BE49-F238E27FC236}">
                <a16:creationId xmlns:a16="http://schemas.microsoft.com/office/drawing/2014/main" id="{D9A281EE-20F0-4A3F-91A6-2986F21BB89B}"/>
              </a:ext>
            </a:extLst>
          </p:cNvPr>
          <p:cNvSpPr>
            <a:spLocks noGrp="1"/>
          </p:cNvSpPr>
          <p:nvPr>
            <p:ph type="dt" sz="half" idx="15"/>
          </p:nvPr>
        </p:nvSpPr>
        <p:spPr/>
        <p:txBody>
          <a:bodyPr/>
          <a:lstStyle/>
          <a:p>
            <a:fld id="{78005D88-7FD5-4A16-8B32-E42B03C2670C}" type="datetime1">
              <a:rPr lang="de-DE" smtClean="0"/>
              <a:t>15.10.2026</a:t>
            </a:fld>
            <a:endParaRPr lang="de-DE"/>
          </a:p>
        </p:txBody>
      </p:sp>
      <p:sp>
        <p:nvSpPr>
          <p:cNvPr id="5" name="Foliennummernplatzhalter 4">
            <a:extLst>
              <a:ext uri="{FF2B5EF4-FFF2-40B4-BE49-F238E27FC236}">
                <a16:creationId xmlns:a16="http://schemas.microsoft.com/office/drawing/2014/main" id="{31BC3830-475B-455C-B055-71FA1262A203}"/>
              </a:ext>
            </a:extLst>
          </p:cNvPr>
          <p:cNvSpPr>
            <a:spLocks noGrp="1"/>
          </p:cNvSpPr>
          <p:nvPr>
            <p:ph type="sldNum" sz="quarter" idx="16"/>
          </p:nvPr>
        </p:nvSpPr>
        <p:spPr/>
        <p:txBody>
          <a:bodyPr/>
          <a:lstStyle/>
          <a:p>
            <a:fld id="{2EA6AC58-99FC-40D1-8A10-4777F7BB7286}" type="slidenum">
              <a:rPr lang="de-DE" smtClean="0"/>
              <a:pPr/>
              <a:t>‹Nr.›</a:t>
            </a:fld>
            <a:endParaRPr lang="de-DE"/>
          </a:p>
        </p:txBody>
      </p:sp>
      <p:sp>
        <p:nvSpPr>
          <p:cNvPr id="25" name="Textfeld 24">
            <a:extLst>
              <a:ext uri="{FF2B5EF4-FFF2-40B4-BE49-F238E27FC236}">
                <a16:creationId xmlns:a16="http://schemas.microsoft.com/office/drawing/2014/main" id="{B4E34D1D-FA14-47E7-AE97-CC7CFC4339BA}"/>
              </a:ext>
            </a:extLst>
          </p:cNvPr>
          <p:cNvSpPr txBox="1"/>
          <p:nvPr userDrawn="1"/>
        </p:nvSpPr>
        <p:spPr>
          <a:xfrm>
            <a:off x="3954308" y="-211931"/>
            <a:ext cx="298449" cy="92333"/>
          </a:xfrm>
          <a:prstGeom prst="rect">
            <a:avLst/>
          </a:prstGeom>
          <a:noFill/>
        </p:spPr>
        <p:txBody>
          <a:bodyPr wrap="square" lIns="0" tIns="0" rIns="0" bIns="0" rtlCol="0">
            <a:noAutofit/>
          </a:bodyPr>
          <a:lstStyle/>
          <a:p>
            <a:r>
              <a:rPr lang="de-DE" sz="600"/>
              <a:t>6,08</a:t>
            </a:r>
          </a:p>
        </p:txBody>
      </p:sp>
      <p:sp>
        <p:nvSpPr>
          <p:cNvPr id="26" name="Textfeld 25">
            <a:extLst>
              <a:ext uri="{FF2B5EF4-FFF2-40B4-BE49-F238E27FC236}">
                <a16:creationId xmlns:a16="http://schemas.microsoft.com/office/drawing/2014/main" id="{6DD05060-C551-4EEA-9B65-7409CB0B6374}"/>
              </a:ext>
            </a:extLst>
          </p:cNvPr>
          <p:cNvSpPr txBox="1"/>
          <p:nvPr userDrawn="1"/>
        </p:nvSpPr>
        <p:spPr>
          <a:xfrm>
            <a:off x="7894749" y="-211931"/>
            <a:ext cx="298449" cy="92333"/>
          </a:xfrm>
          <a:prstGeom prst="rect">
            <a:avLst/>
          </a:prstGeom>
          <a:noFill/>
        </p:spPr>
        <p:txBody>
          <a:bodyPr wrap="square" lIns="0" tIns="0" rIns="0" bIns="0" rtlCol="0">
            <a:noAutofit/>
          </a:bodyPr>
          <a:lstStyle/>
          <a:p>
            <a:r>
              <a:rPr lang="de-DE" sz="600"/>
              <a:t>4,87</a:t>
            </a:r>
          </a:p>
        </p:txBody>
      </p:sp>
      <p:sp>
        <p:nvSpPr>
          <p:cNvPr id="19" name="Textplatzhalter 8">
            <a:extLst>
              <a:ext uri="{FF2B5EF4-FFF2-40B4-BE49-F238E27FC236}">
                <a16:creationId xmlns:a16="http://schemas.microsoft.com/office/drawing/2014/main" id="{189AA541-908C-4235-AA90-34FEE0655DAE}"/>
              </a:ext>
            </a:extLst>
          </p:cNvPr>
          <p:cNvSpPr>
            <a:spLocks noGrp="1"/>
          </p:cNvSpPr>
          <p:nvPr>
            <p:ph type="body" sz="quarter" idx="17"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37" name="Textplatzhalter 2">
            <a:extLst>
              <a:ext uri="{FF2B5EF4-FFF2-40B4-BE49-F238E27FC236}">
                <a16:creationId xmlns:a16="http://schemas.microsoft.com/office/drawing/2014/main" id="{5361D8E7-61B8-4B00-AF74-50A80D813A4F}"/>
              </a:ext>
            </a:extLst>
          </p:cNvPr>
          <p:cNvSpPr>
            <a:spLocks noGrp="1"/>
          </p:cNvSpPr>
          <p:nvPr>
            <p:ph type="body" sz="quarter" idx="24" hasCustomPrompt="1"/>
          </p:nvPr>
        </p:nvSpPr>
        <p:spPr>
          <a:xfrm>
            <a:off x="1934764" y="1673574"/>
            <a:ext cx="1971845" cy="189732"/>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2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38" name="Gerader Verbinder 37">
            <a:extLst>
              <a:ext uri="{FF2B5EF4-FFF2-40B4-BE49-F238E27FC236}">
                <a16:creationId xmlns:a16="http://schemas.microsoft.com/office/drawing/2014/main" id="{50149A74-5C7C-449B-A637-6C9C9879A307}"/>
              </a:ext>
            </a:extLst>
          </p:cNvPr>
          <p:cNvCxnSpPr>
            <a:cxnSpLocks/>
          </p:cNvCxnSpPr>
          <p:nvPr userDrawn="1"/>
        </p:nvCxnSpPr>
        <p:spPr>
          <a:xfrm>
            <a:off x="1934764" y="1958702"/>
            <a:ext cx="176066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43" name="Textplatzhalter 5">
            <a:extLst>
              <a:ext uri="{FF2B5EF4-FFF2-40B4-BE49-F238E27FC236}">
                <a16:creationId xmlns:a16="http://schemas.microsoft.com/office/drawing/2014/main" id="{11D4BEA1-CCA9-440F-B347-B79C29463794}"/>
              </a:ext>
            </a:extLst>
          </p:cNvPr>
          <p:cNvSpPr>
            <a:spLocks noGrp="1"/>
          </p:cNvSpPr>
          <p:nvPr>
            <p:ph type="body" sz="quarter" idx="34"/>
          </p:nvPr>
        </p:nvSpPr>
        <p:spPr>
          <a:xfrm>
            <a:off x="1934764" y="4378415"/>
            <a:ext cx="1971687" cy="1374594"/>
          </a:xfrm>
        </p:spPr>
        <p:txBody>
          <a:bodyPr vert="horz" lIns="0" tIns="0" rIns="0" bIns="0" rtlCol="0">
            <a:noAutofit/>
          </a:bodyPr>
          <a:lstStyle>
            <a:lvl1pPr>
              <a:defRPr lang="de-DE" sz="1100" b="0" smtClean="0">
                <a:solidFill>
                  <a:schemeClr val="accent5"/>
                </a:solidFill>
              </a:defRPr>
            </a:lvl1pPr>
            <a:lvl2pPr>
              <a:defRPr lang="de-DE" sz="1100" b="0" smtClean="0">
                <a:solidFill>
                  <a:schemeClr val="accent5"/>
                </a:solidFill>
              </a:defRPr>
            </a:lvl2pPr>
            <a:lvl3pPr>
              <a:defRPr lang="de-DE" sz="11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44" name="Bildplatzhalter 4">
            <a:extLst>
              <a:ext uri="{FF2B5EF4-FFF2-40B4-BE49-F238E27FC236}">
                <a16:creationId xmlns:a16="http://schemas.microsoft.com/office/drawing/2014/main" id="{18FEB24C-4B62-46CB-BD87-3DF36DBA9BFF}"/>
              </a:ext>
            </a:extLst>
          </p:cNvPr>
          <p:cNvSpPr>
            <a:spLocks noGrp="1"/>
          </p:cNvSpPr>
          <p:nvPr>
            <p:ph type="pic" sz="quarter" idx="35"/>
          </p:nvPr>
        </p:nvSpPr>
        <p:spPr>
          <a:xfrm>
            <a:off x="406400" y="3982451"/>
            <a:ext cx="1303929" cy="1770553"/>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Bild</a:t>
            </a:r>
          </a:p>
        </p:txBody>
      </p:sp>
      <p:sp>
        <p:nvSpPr>
          <p:cNvPr id="45" name="Textplatzhalter 2">
            <a:extLst>
              <a:ext uri="{FF2B5EF4-FFF2-40B4-BE49-F238E27FC236}">
                <a16:creationId xmlns:a16="http://schemas.microsoft.com/office/drawing/2014/main" id="{03B9619D-D9A6-423D-8902-BF64115809D1}"/>
              </a:ext>
            </a:extLst>
          </p:cNvPr>
          <p:cNvSpPr>
            <a:spLocks noGrp="1"/>
          </p:cNvSpPr>
          <p:nvPr>
            <p:ph type="body" sz="quarter" idx="36" hasCustomPrompt="1"/>
          </p:nvPr>
        </p:nvSpPr>
        <p:spPr>
          <a:xfrm>
            <a:off x="1934764" y="3997582"/>
            <a:ext cx="1971845" cy="189732"/>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2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46" name="Gerader Verbinder 45">
            <a:extLst>
              <a:ext uri="{FF2B5EF4-FFF2-40B4-BE49-F238E27FC236}">
                <a16:creationId xmlns:a16="http://schemas.microsoft.com/office/drawing/2014/main" id="{33830832-1E66-44A3-A050-71B34E270FE3}"/>
              </a:ext>
            </a:extLst>
          </p:cNvPr>
          <p:cNvCxnSpPr>
            <a:cxnSpLocks/>
          </p:cNvCxnSpPr>
          <p:nvPr userDrawn="1"/>
        </p:nvCxnSpPr>
        <p:spPr>
          <a:xfrm>
            <a:off x="1934764" y="4282710"/>
            <a:ext cx="176066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48" name="Textplatzhalter 5">
            <a:extLst>
              <a:ext uri="{FF2B5EF4-FFF2-40B4-BE49-F238E27FC236}">
                <a16:creationId xmlns:a16="http://schemas.microsoft.com/office/drawing/2014/main" id="{8DF61B39-7705-436C-995E-D73C50941D7C}"/>
              </a:ext>
            </a:extLst>
          </p:cNvPr>
          <p:cNvSpPr>
            <a:spLocks noGrp="1"/>
          </p:cNvSpPr>
          <p:nvPr>
            <p:ph type="body" sz="quarter" idx="37"/>
          </p:nvPr>
        </p:nvSpPr>
        <p:spPr>
          <a:xfrm>
            <a:off x="5836336" y="2054407"/>
            <a:ext cx="2009570" cy="1374594"/>
          </a:xfrm>
        </p:spPr>
        <p:txBody>
          <a:bodyPr vert="horz" lIns="0" tIns="0" rIns="0" bIns="0" rtlCol="0">
            <a:noAutofit/>
          </a:bodyPr>
          <a:lstStyle>
            <a:lvl1pPr>
              <a:defRPr lang="de-DE" sz="1100" b="0" smtClean="0">
                <a:solidFill>
                  <a:schemeClr val="accent5"/>
                </a:solidFill>
              </a:defRPr>
            </a:lvl1pPr>
            <a:lvl2pPr>
              <a:defRPr lang="de-DE" sz="1100" b="0" smtClean="0">
                <a:solidFill>
                  <a:schemeClr val="accent5"/>
                </a:solidFill>
              </a:defRPr>
            </a:lvl2pPr>
            <a:lvl3pPr>
              <a:defRPr lang="de-DE" sz="11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49" name="Bildplatzhalter 4">
            <a:extLst>
              <a:ext uri="{FF2B5EF4-FFF2-40B4-BE49-F238E27FC236}">
                <a16:creationId xmlns:a16="http://schemas.microsoft.com/office/drawing/2014/main" id="{2D5824B6-8551-4C3D-9DCB-4357506F3780}"/>
              </a:ext>
            </a:extLst>
          </p:cNvPr>
          <p:cNvSpPr>
            <a:spLocks noGrp="1"/>
          </p:cNvSpPr>
          <p:nvPr>
            <p:ph type="pic" sz="quarter" idx="38"/>
          </p:nvPr>
        </p:nvSpPr>
        <p:spPr>
          <a:xfrm>
            <a:off x="4312851" y="1658443"/>
            <a:ext cx="1303929" cy="1770553"/>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Bild</a:t>
            </a:r>
          </a:p>
        </p:txBody>
      </p:sp>
      <p:sp>
        <p:nvSpPr>
          <p:cNvPr id="50" name="Textplatzhalter 2">
            <a:extLst>
              <a:ext uri="{FF2B5EF4-FFF2-40B4-BE49-F238E27FC236}">
                <a16:creationId xmlns:a16="http://schemas.microsoft.com/office/drawing/2014/main" id="{79604D05-636A-4E2D-8F8B-2957C89BB21A}"/>
              </a:ext>
            </a:extLst>
          </p:cNvPr>
          <p:cNvSpPr>
            <a:spLocks noGrp="1"/>
          </p:cNvSpPr>
          <p:nvPr>
            <p:ph type="body" sz="quarter" idx="39" hasCustomPrompt="1"/>
          </p:nvPr>
        </p:nvSpPr>
        <p:spPr>
          <a:xfrm>
            <a:off x="5836335" y="1673574"/>
            <a:ext cx="2009731" cy="189732"/>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2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51" name="Gerader Verbinder 50">
            <a:extLst>
              <a:ext uri="{FF2B5EF4-FFF2-40B4-BE49-F238E27FC236}">
                <a16:creationId xmlns:a16="http://schemas.microsoft.com/office/drawing/2014/main" id="{487C0D64-F0B1-4F56-A1CC-1B700080E7F0}"/>
              </a:ext>
            </a:extLst>
          </p:cNvPr>
          <p:cNvCxnSpPr>
            <a:cxnSpLocks/>
          </p:cNvCxnSpPr>
          <p:nvPr userDrawn="1"/>
        </p:nvCxnSpPr>
        <p:spPr>
          <a:xfrm>
            <a:off x="5836335" y="1958702"/>
            <a:ext cx="176066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53" name="Textplatzhalter 5">
            <a:extLst>
              <a:ext uri="{FF2B5EF4-FFF2-40B4-BE49-F238E27FC236}">
                <a16:creationId xmlns:a16="http://schemas.microsoft.com/office/drawing/2014/main" id="{075E9E59-F532-4EB1-BECB-50CD557CFF0F}"/>
              </a:ext>
            </a:extLst>
          </p:cNvPr>
          <p:cNvSpPr>
            <a:spLocks noGrp="1"/>
          </p:cNvSpPr>
          <p:nvPr>
            <p:ph type="body" sz="quarter" idx="40"/>
          </p:nvPr>
        </p:nvSpPr>
        <p:spPr>
          <a:xfrm>
            <a:off x="5836336" y="4378415"/>
            <a:ext cx="2009570" cy="1374594"/>
          </a:xfrm>
        </p:spPr>
        <p:txBody>
          <a:bodyPr vert="horz" lIns="0" tIns="0" rIns="0" bIns="0" rtlCol="0">
            <a:noAutofit/>
          </a:bodyPr>
          <a:lstStyle>
            <a:lvl1pPr>
              <a:defRPr lang="de-DE" sz="1100" b="0" smtClean="0">
                <a:solidFill>
                  <a:schemeClr val="accent5"/>
                </a:solidFill>
              </a:defRPr>
            </a:lvl1pPr>
            <a:lvl2pPr>
              <a:defRPr lang="de-DE" sz="1100" b="0" smtClean="0">
                <a:solidFill>
                  <a:schemeClr val="accent5"/>
                </a:solidFill>
              </a:defRPr>
            </a:lvl2pPr>
            <a:lvl3pPr>
              <a:defRPr lang="de-DE" sz="11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54" name="Bildplatzhalter 4">
            <a:extLst>
              <a:ext uri="{FF2B5EF4-FFF2-40B4-BE49-F238E27FC236}">
                <a16:creationId xmlns:a16="http://schemas.microsoft.com/office/drawing/2014/main" id="{CE37886F-899F-4BF0-AD8D-2198EE2AEE9D}"/>
              </a:ext>
            </a:extLst>
          </p:cNvPr>
          <p:cNvSpPr>
            <a:spLocks noGrp="1"/>
          </p:cNvSpPr>
          <p:nvPr>
            <p:ph type="pic" sz="quarter" idx="41"/>
          </p:nvPr>
        </p:nvSpPr>
        <p:spPr>
          <a:xfrm>
            <a:off x="4312851" y="3982451"/>
            <a:ext cx="1303929" cy="1770553"/>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Bild</a:t>
            </a:r>
          </a:p>
        </p:txBody>
      </p:sp>
      <p:sp>
        <p:nvSpPr>
          <p:cNvPr id="55" name="Textplatzhalter 2">
            <a:extLst>
              <a:ext uri="{FF2B5EF4-FFF2-40B4-BE49-F238E27FC236}">
                <a16:creationId xmlns:a16="http://schemas.microsoft.com/office/drawing/2014/main" id="{87738AE3-3E8F-4467-AE3E-AC8BD88FA1A5}"/>
              </a:ext>
            </a:extLst>
          </p:cNvPr>
          <p:cNvSpPr>
            <a:spLocks noGrp="1"/>
          </p:cNvSpPr>
          <p:nvPr>
            <p:ph type="body" sz="quarter" idx="42" hasCustomPrompt="1"/>
          </p:nvPr>
        </p:nvSpPr>
        <p:spPr>
          <a:xfrm>
            <a:off x="5836335" y="3997582"/>
            <a:ext cx="2009731" cy="189732"/>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2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56" name="Gerader Verbinder 55">
            <a:extLst>
              <a:ext uri="{FF2B5EF4-FFF2-40B4-BE49-F238E27FC236}">
                <a16:creationId xmlns:a16="http://schemas.microsoft.com/office/drawing/2014/main" id="{DF3FC499-297D-4F15-A138-873842C6B9F0}"/>
              </a:ext>
            </a:extLst>
          </p:cNvPr>
          <p:cNvCxnSpPr>
            <a:cxnSpLocks/>
          </p:cNvCxnSpPr>
          <p:nvPr userDrawn="1"/>
        </p:nvCxnSpPr>
        <p:spPr>
          <a:xfrm>
            <a:off x="5836335" y="4282710"/>
            <a:ext cx="176066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58" name="Textplatzhalter 5">
            <a:extLst>
              <a:ext uri="{FF2B5EF4-FFF2-40B4-BE49-F238E27FC236}">
                <a16:creationId xmlns:a16="http://schemas.microsoft.com/office/drawing/2014/main" id="{FB28049D-272D-49DE-9FBE-4DF92CCA810C}"/>
              </a:ext>
            </a:extLst>
          </p:cNvPr>
          <p:cNvSpPr>
            <a:spLocks noGrp="1"/>
          </p:cNvSpPr>
          <p:nvPr>
            <p:ph type="body" sz="quarter" idx="43"/>
          </p:nvPr>
        </p:nvSpPr>
        <p:spPr>
          <a:xfrm>
            <a:off x="9737907" y="2054407"/>
            <a:ext cx="2045477" cy="1374594"/>
          </a:xfrm>
        </p:spPr>
        <p:txBody>
          <a:bodyPr vert="horz" lIns="0" tIns="0" rIns="0" bIns="0" rtlCol="0">
            <a:noAutofit/>
          </a:bodyPr>
          <a:lstStyle>
            <a:lvl1pPr>
              <a:defRPr lang="de-DE" sz="1100" b="0" smtClean="0">
                <a:solidFill>
                  <a:schemeClr val="accent5"/>
                </a:solidFill>
              </a:defRPr>
            </a:lvl1pPr>
            <a:lvl2pPr>
              <a:defRPr lang="de-DE" sz="1100" b="0" smtClean="0">
                <a:solidFill>
                  <a:schemeClr val="accent5"/>
                </a:solidFill>
              </a:defRPr>
            </a:lvl2pPr>
            <a:lvl3pPr>
              <a:defRPr lang="de-DE" sz="11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59" name="Bildplatzhalter 4">
            <a:extLst>
              <a:ext uri="{FF2B5EF4-FFF2-40B4-BE49-F238E27FC236}">
                <a16:creationId xmlns:a16="http://schemas.microsoft.com/office/drawing/2014/main" id="{D682A3F0-50D3-42C0-A6E3-D6E4CC203BBA}"/>
              </a:ext>
            </a:extLst>
          </p:cNvPr>
          <p:cNvSpPr>
            <a:spLocks noGrp="1"/>
          </p:cNvSpPr>
          <p:nvPr>
            <p:ph type="pic" sz="quarter" idx="44"/>
          </p:nvPr>
        </p:nvSpPr>
        <p:spPr>
          <a:xfrm>
            <a:off x="8283194" y="1658443"/>
            <a:ext cx="1303929" cy="1770553"/>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Bild</a:t>
            </a:r>
          </a:p>
        </p:txBody>
      </p:sp>
      <p:sp>
        <p:nvSpPr>
          <p:cNvPr id="60" name="Textplatzhalter 2">
            <a:extLst>
              <a:ext uri="{FF2B5EF4-FFF2-40B4-BE49-F238E27FC236}">
                <a16:creationId xmlns:a16="http://schemas.microsoft.com/office/drawing/2014/main" id="{0C08F614-2297-4C8E-9F39-542DAC2C3A36}"/>
              </a:ext>
            </a:extLst>
          </p:cNvPr>
          <p:cNvSpPr>
            <a:spLocks noGrp="1"/>
          </p:cNvSpPr>
          <p:nvPr>
            <p:ph type="body" sz="quarter" idx="45" hasCustomPrompt="1"/>
          </p:nvPr>
        </p:nvSpPr>
        <p:spPr>
          <a:xfrm>
            <a:off x="9737907" y="1673574"/>
            <a:ext cx="2045641" cy="189732"/>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2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61" name="Gerader Verbinder 60">
            <a:extLst>
              <a:ext uri="{FF2B5EF4-FFF2-40B4-BE49-F238E27FC236}">
                <a16:creationId xmlns:a16="http://schemas.microsoft.com/office/drawing/2014/main" id="{5A5A6A22-EF5B-4E6D-87EF-0B40AD853A92}"/>
              </a:ext>
            </a:extLst>
          </p:cNvPr>
          <p:cNvCxnSpPr>
            <a:cxnSpLocks/>
          </p:cNvCxnSpPr>
          <p:nvPr userDrawn="1"/>
        </p:nvCxnSpPr>
        <p:spPr>
          <a:xfrm>
            <a:off x="9737907" y="1958702"/>
            <a:ext cx="176066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64" name="Textplatzhalter 5">
            <a:extLst>
              <a:ext uri="{FF2B5EF4-FFF2-40B4-BE49-F238E27FC236}">
                <a16:creationId xmlns:a16="http://schemas.microsoft.com/office/drawing/2014/main" id="{E0BA77E0-9FCA-4C3C-8959-6A4AADC0650A}"/>
              </a:ext>
            </a:extLst>
          </p:cNvPr>
          <p:cNvSpPr>
            <a:spLocks noGrp="1"/>
          </p:cNvSpPr>
          <p:nvPr>
            <p:ph type="body" sz="quarter" idx="46"/>
          </p:nvPr>
        </p:nvSpPr>
        <p:spPr>
          <a:xfrm>
            <a:off x="9737907" y="4378415"/>
            <a:ext cx="2045477" cy="1374594"/>
          </a:xfrm>
        </p:spPr>
        <p:txBody>
          <a:bodyPr vert="horz" lIns="0" tIns="0" rIns="0" bIns="0" rtlCol="0">
            <a:noAutofit/>
          </a:bodyPr>
          <a:lstStyle>
            <a:lvl1pPr>
              <a:defRPr lang="de-DE" sz="1100" b="0" smtClean="0">
                <a:solidFill>
                  <a:schemeClr val="accent5"/>
                </a:solidFill>
              </a:defRPr>
            </a:lvl1pPr>
            <a:lvl2pPr>
              <a:defRPr lang="de-DE" sz="1100" b="0" smtClean="0">
                <a:solidFill>
                  <a:schemeClr val="accent5"/>
                </a:solidFill>
              </a:defRPr>
            </a:lvl2pPr>
            <a:lvl3pPr>
              <a:defRPr lang="de-DE" sz="11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65" name="Bildplatzhalter 4">
            <a:extLst>
              <a:ext uri="{FF2B5EF4-FFF2-40B4-BE49-F238E27FC236}">
                <a16:creationId xmlns:a16="http://schemas.microsoft.com/office/drawing/2014/main" id="{0655D295-9CEF-4DF8-BF9F-8F7F4F586D17}"/>
              </a:ext>
            </a:extLst>
          </p:cNvPr>
          <p:cNvSpPr>
            <a:spLocks noGrp="1"/>
          </p:cNvSpPr>
          <p:nvPr>
            <p:ph type="pic" sz="quarter" idx="47"/>
          </p:nvPr>
        </p:nvSpPr>
        <p:spPr>
          <a:xfrm>
            <a:off x="8283194" y="3982451"/>
            <a:ext cx="1303929" cy="1770553"/>
          </a:xfrm>
          <a:pattFill prst="ltUpDiag">
            <a:fgClr>
              <a:srgbClr val="4C5356"/>
            </a:fgClr>
            <a:bgClr>
              <a:schemeClr val="bg1"/>
            </a:bgClr>
          </a:pattFill>
        </p:spPr>
        <p:txBody>
          <a:bodyPr anchor="ctr"/>
          <a:lstStyle>
            <a:lvl1pPr marL="0" indent="0" algn="ctr">
              <a:lnSpc>
                <a:spcPct val="100000"/>
              </a:lnSpc>
              <a:spcBef>
                <a:spcPts val="0"/>
              </a:spcBef>
              <a:spcAft>
                <a:spcPts val="0"/>
              </a:spcAft>
              <a:buNone/>
              <a:defRPr/>
            </a:lvl1pPr>
          </a:lstStyle>
          <a:p>
            <a:r>
              <a:rPr lang="de-DE"/>
              <a:t>Bild</a:t>
            </a:r>
          </a:p>
        </p:txBody>
      </p:sp>
      <p:sp>
        <p:nvSpPr>
          <p:cNvPr id="66" name="Textplatzhalter 2">
            <a:extLst>
              <a:ext uri="{FF2B5EF4-FFF2-40B4-BE49-F238E27FC236}">
                <a16:creationId xmlns:a16="http://schemas.microsoft.com/office/drawing/2014/main" id="{600181C3-BBB6-4E4E-BDB0-6913430DEFB3}"/>
              </a:ext>
            </a:extLst>
          </p:cNvPr>
          <p:cNvSpPr>
            <a:spLocks noGrp="1"/>
          </p:cNvSpPr>
          <p:nvPr>
            <p:ph type="body" sz="quarter" idx="48" hasCustomPrompt="1"/>
          </p:nvPr>
        </p:nvSpPr>
        <p:spPr>
          <a:xfrm>
            <a:off x="9737907" y="3997582"/>
            <a:ext cx="2045641" cy="189732"/>
          </a:xfrm>
        </p:spPr>
        <p:txBody>
          <a:bodyPr vert="horz" wrap="square" lIns="0" tIns="0" rIns="0" bIns="0" rtlCol="0" anchor="b" anchorCtr="0">
            <a:spAutoFit/>
          </a:bodyPr>
          <a:lstStyle>
            <a:lvl1pPr marL="0" indent="0" algn="l" defTabSz="914400" rtl="0" eaLnBrk="1" latinLnBrk="0" hangingPunct="1">
              <a:lnSpc>
                <a:spcPts val="1500"/>
              </a:lnSpc>
              <a:spcAft>
                <a:spcPts val="0"/>
              </a:spcAft>
              <a:buNone/>
              <a:defRPr lang="de-DE" sz="1200" b="1" kern="1200" dirty="0" smtClean="0">
                <a:solidFill>
                  <a:schemeClr val="accent5"/>
                </a:solidFill>
                <a:latin typeface="+mj-lt"/>
                <a:ea typeface="+mn-ea"/>
                <a:cs typeface="+mn-cs"/>
              </a:defRPr>
            </a:lvl1pPr>
            <a:lvl2pPr>
              <a:defRPr lang="de-DE" sz="1200" b="0" smtClean="0">
                <a:solidFill>
                  <a:schemeClr val="accent5"/>
                </a:solidFill>
                <a:latin typeface="VWAG TheSans Light" panose="020B0302050302020203" pitchFamily="34" charset="0"/>
              </a:defRPr>
            </a:lvl2pPr>
            <a:lvl3pPr>
              <a:defRPr lang="de-DE" sz="1200" b="0" smtClean="0">
                <a:solidFill>
                  <a:schemeClr val="accent5"/>
                </a:solidFill>
                <a:latin typeface="VWAG TheSans Light" panose="020B0302050302020203" pitchFamily="34" charset="0"/>
              </a:defRPr>
            </a:lvl3pPr>
            <a:lvl4pPr>
              <a:defRPr lang="de-DE" smtClean="0"/>
            </a:lvl4pPr>
            <a:lvl5pPr>
              <a:defRPr lang="en-GB"/>
            </a:lvl5pPr>
          </a:lstStyle>
          <a:p>
            <a:pPr marL="285750" lvl="0" indent="-285750"/>
            <a:r>
              <a:rPr lang="de-DE"/>
              <a:t>Titelformat bearbeiten</a:t>
            </a:r>
          </a:p>
        </p:txBody>
      </p:sp>
      <p:cxnSp>
        <p:nvCxnSpPr>
          <p:cNvPr id="67" name="Gerader Verbinder 66">
            <a:extLst>
              <a:ext uri="{FF2B5EF4-FFF2-40B4-BE49-F238E27FC236}">
                <a16:creationId xmlns:a16="http://schemas.microsoft.com/office/drawing/2014/main" id="{9688FE8E-221C-4F74-A0A1-5A74D3DF21AC}"/>
              </a:ext>
            </a:extLst>
          </p:cNvPr>
          <p:cNvCxnSpPr>
            <a:cxnSpLocks/>
          </p:cNvCxnSpPr>
          <p:nvPr userDrawn="1"/>
        </p:nvCxnSpPr>
        <p:spPr>
          <a:xfrm>
            <a:off x="9737907" y="4282710"/>
            <a:ext cx="1760667"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Fußzeilenplatzhalter 3">
            <a:extLst>
              <a:ext uri="{FF2B5EF4-FFF2-40B4-BE49-F238E27FC236}">
                <a16:creationId xmlns:a16="http://schemas.microsoft.com/office/drawing/2014/main" id="{2874E360-6269-4059-32D5-3A7985556256}"/>
              </a:ext>
            </a:extLst>
          </p:cNvPr>
          <p:cNvSpPr>
            <a:spLocks noGrp="1"/>
          </p:cNvSpPr>
          <p:nvPr>
            <p:ph type="ftr" sz="quarter" idx="32"/>
          </p:nvPr>
        </p:nvSpPr>
        <p:spPr>
          <a:xfrm>
            <a:off x="2807400" y="6648379"/>
            <a:ext cx="6577200" cy="90000"/>
          </a:xfrm>
        </p:spPr>
        <p:txBody>
          <a:bodyPr/>
          <a:lstStyle/>
          <a:p>
            <a:r>
              <a:rPr lang="de-DE"/>
              <a:t>G  |  KSU-Klasse: 0.2 – 4 Jahre </a:t>
            </a:r>
          </a:p>
        </p:txBody>
      </p:sp>
    </p:spTree>
    <p:extLst>
      <p:ext uri="{BB962C8B-B14F-4D97-AF65-F5344CB8AC3E}">
        <p14:creationId xmlns:p14="http://schemas.microsoft.com/office/powerpoint/2010/main" val="3318189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2462">
          <p15:clr>
            <a:srgbClr val="FBAE40"/>
          </p15:clr>
        </p15:guide>
        <p15:guide id="6" pos="4944">
          <p15:clr>
            <a:srgbClr val="FBAE40"/>
          </p15:clr>
        </p15:guide>
        <p15:guide id="7" pos="5216">
          <p15:clr>
            <a:srgbClr val="FBAE40"/>
          </p15:clr>
        </p15:guide>
        <p15:guide id="8" pos="273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IMELINE (Seite 1)">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6EFA76E6-9B50-4D96-A0EC-9089A526CA5B}"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8" name="Textplatzhalter 5">
            <a:extLst>
              <a:ext uri="{FF2B5EF4-FFF2-40B4-BE49-F238E27FC236}">
                <a16:creationId xmlns:a16="http://schemas.microsoft.com/office/drawing/2014/main" id="{DB596F96-846B-45CE-A01B-D2C25EC9F2FE}"/>
              </a:ext>
            </a:extLst>
          </p:cNvPr>
          <p:cNvSpPr>
            <a:spLocks noGrp="1"/>
          </p:cNvSpPr>
          <p:nvPr>
            <p:ph type="body" sz="quarter" idx="36"/>
          </p:nvPr>
        </p:nvSpPr>
        <p:spPr>
          <a:xfrm>
            <a:off x="1995398" y="4075958"/>
            <a:ext cx="2586535" cy="1416200"/>
          </a:xfrm>
          <a:prstGeom prst="rect">
            <a:avLst/>
          </a:prstGeom>
        </p:spPr>
        <p:txBody>
          <a:bodyPr lIns="144000" rIns="0" anchor="b"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9" name="Textplatzhalter 5">
            <a:extLst>
              <a:ext uri="{FF2B5EF4-FFF2-40B4-BE49-F238E27FC236}">
                <a16:creationId xmlns:a16="http://schemas.microsoft.com/office/drawing/2014/main" id="{8ADA6776-C225-48EC-B141-06C70BE11B82}"/>
              </a:ext>
            </a:extLst>
          </p:cNvPr>
          <p:cNvSpPr>
            <a:spLocks noGrp="1"/>
          </p:cNvSpPr>
          <p:nvPr>
            <p:ph type="body" sz="quarter" idx="38"/>
          </p:nvPr>
        </p:nvSpPr>
        <p:spPr>
          <a:xfrm>
            <a:off x="1004477" y="1863950"/>
            <a:ext cx="2586535" cy="1533195"/>
          </a:xfrm>
          <a:prstGeom prst="rect">
            <a:avLst/>
          </a:prstGeom>
        </p:spPr>
        <p:txBody>
          <a:bodyPr lIns="144000" rIns="0" anchor="t"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13" name="Textplatzhalter 5">
            <a:extLst>
              <a:ext uri="{FF2B5EF4-FFF2-40B4-BE49-F238E27FC236}">
                <a16:creationId xmlns:a16="http://schemas.microsoft.com/office/drawing/2014/main" id="{2724B304-3E00-4AB6-AA7C-FC324A1B4AA9}"/>
              </a:ext>
            </a:extLst>
          </p:cNvPr>
          <p:cNvSpPr>
            <a:spLocks noGrp="1"/>
          </p:cNvSpPr>
          <p:nvPr>
            <p:ph type="body" sz="quarter" idx="40"/>
          </p:nvPr>
        </p:nvSpPr>
        <p:spPr>
          <a:xfrm>
            <a:off x="5541933" y="4075958"/>
            <a:ext cx="2586535" cy="1416200"/>
          </a:xfrm>
          <a:prstGeom prst="rect">
            <a:avLst/>
          </a:prstGeom>
        </p:spPr>
        <p:txBody>
          <a:bodyPr lIns="144000" rIns="0" anchor="b"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14" name="Textplatzhalter 5">
            <a:extLst>
              <a:ext uri="{FF2B5EF4-FFF2-40B4-BE49-F238E27FC236}">
                <a16:creationId xmlns:a16="http://schemas.microsoft.com/office/drawing/2014/main" id="{B77E3A14-93D9-40A3-B34F-20EDBE4A0E1F}"/>
              </a:ext>
            </a:extLst>
          </p:cNvPr>
          <p:cNvSpPr>
            <a:spLocks noGrp="1"/>
          </p:cNvSpPr>
          <p:nvPr>
            <p:ph type="body" sz="quarter" idx="42"/>
          </p:nvPr>
        </p:nvSpPr>
        <p:spPr>
          <a:xfrm>
            <a:off x="4494318" y="1863950"/>
            <a:ext cx="2586535" cy="1533195"/>
          </a:xfrm>
          <a:prstGeom prst="rect">
            <a:avLst/>
          </a:prstGeom>
        </p:spPr>
        <p:txBody>
          <a:bodyPr lIns="144000" rIns="0" anchor="t"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15" name="Textplatzhalter 5">
            <a:extLst>
              <a:ext uri="{FF2B5EF4-FFF2-40B4-BE49-F238E27FC236}">
                <a16:creationId xmlns:a16="http://schemas.microsoft.com/office/drawing/2014/main" id="{CF6FE51D-EA04-4DEE-8FF6-DB7CBD8927B4}"/>
              </a:ext>
            </a:extLst>
          </p:cNvPr>
          <p:cNvSpPr>
            <a:spLocks noGrp="1"/>
          </p:cNvSpPr>
          <p:nvPr>
            <p:ph type="body" sz="quarter" idx="43" hasCustomPrompt="1"/>
          </p:nvPr>
        </p:nvSpPr>
        <p:spPr>
          <a:xfrm>
            <a:off x="1000877" y="1863950"/>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sp>
        <p:nvSpPr>
          <p:cNvPr id="16" name="Textplatzhalter 5">
            <a:extLst>
              <a:ext uri="{FF2B5EF4-FFF2-40B4-BE49-F238E27FC236}">
                <a16:creationId xmlns:a16="http://schemas.microsoft.com/office/drawing/2014/main" id="{F1DDB360-88D7-42E0-9B0A-F5970C3A2E89}"/>
              </a:ext>
            </a:extLst>
          </p:cNvPr>
          <p:cNvSpPr>
            <a:spLocks noGrp="1"/>
          </p:cNvSpPr>
          <p:nvPr>
            <p:ph type="body" sz="quarter" idx="44" hasCustomPrompt="1"/>
          </p:nvPr>
        </p:nvSpPr>
        <p:spPr>
          <a:xfrm>
            <a:off x="4492518" y="1863950"/>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sp>
        <p:nvSpPr>
          <p:cNvPr id="17" name="Textplatzhalter 5">
            <a:extLst>
              <a:ext uri="{FF2B5EF4-FFF2-40B4-BE49-F238E27FC236}">
                <a16:creationId xmlns:a16="http://schemas.microsoft.com/office/drawing/2014/main" id="{576BDF37-256D-4881-AB3B-AE22FECAB755}"/>
              </a:ext>
            </a:extLst>
          </p:cNvPr>
          <p:cNvSpPr>
            <a:spLocks noGrp="1"/>
          </p:cNvSpPr>
          <p:nvPr>
            <p:ph type="body" sz="quarter" idx="45" hasCustomPrompt="1"/>
          </p:nvPr>
        </p:nvSpPr>
        <p:spPr>
          <a:xfrm>
            <a:off x="1995856" y="3692158"/>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sp>
        <p:nvSpPr>
          <p:cNvPr id="18" name="Textplatzhalter 5">
            <a:extLst>
              <a:ext uri="{FF2B5EF4-FFF2-40B4-BE49-F238E27FC236}">
                <a16:creationId xmlns:a16="http://schemas.microsoft.com/office/drawing/2014/main" id="{5A28EAA8-EDFF-46C4-91EE-999F8181DFDC}"/>
              </a:ext>
            </a:extLst>
          </p:cNvPr>
          <p:cNvSpPr>
            <a:spLocks noGrp="1"/>
          </p:cNvSpPr>
          <p:nvPr>
            <p:ph type="body" sz="quarter" idx="46" hasCustomPrompt="1"/>
          </p:nvPr>
        </p:nvSpPr>
        <p:spPr>
          <a:xfrm>
            <a:off x="5544189" y="3692158"/>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sp>
        <p:nvSpPr>
          <p:cNvPr id="19" name="Textplatzhalter 5">
            <a:extLst>
              <a:ext uri="{FF2B5EF4-FFF2-40B4-BE49-F238E27FC236}">
                <a16:creationId xmlns:a16="http://schemas.microsoft.com/office/drawing/2014/main" id="{042E2B9E-E4E1-4B40-AC14-AAB3829EABC9}"/>
              </a:ext>
            </a:extLst>
          </p:cNvPr>
          <p:cNvSpPr>
            <a:spLocks noGrp="1"/>
          </p:cNvSpPr>
          <p:nvPr>
            <p:ph type="body" sz="quarter" idx="47"/>
          </p:nvPr>
        </p:nvSpPr>
        <p:spPr>
          <a:xfrm>
            <a:off x="9088466" y="4075958"/>
            <a:ext cx="2586535" cy="1416200"/>
          </a:xfrm>
          <a:prstGeom prst="rect">
            <a:avLst/>
          </a:prstGeom>
        </p:spPr>
        <p:txBody>
          <a:bodyPr lIns="144000" rIns="0" anchor="b"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20" name="Textplatzhalter 5">
            <a:extLst>
              <a:ext uri="{FF2B5EF4-FFF2-40B4-BE49-F238E27FC236}">
                <a16:creationId xmlns:a16="http://schemas.microsoft.com/office/drawing/2014/main" id="{9FB5588B-ABF3-4BDE-A234-710398622ED3}"/>
              </a:ext>
            </a:extLst>
          </p:cNvPr>
          <p:cNvSpPr>
            <a:spLocks noGrp="1"/>
          </p:cNvSpPr>
          <p:nvPr>
            <p:ph type="body" sz="quarter" idx="48"/>
          </p:nvPr>
        </p:nvSpPr>
        <p:spPr>
          <a:xfrm>
            <a:off x="7984159" y="1863950"/>
            <a:ext cx="2586535" cy="1533195"/>
          </a:xfrm>
          <a:prstGeom prst="rect">
            <a:avLst/>
          </a:prstGeom>
        </p:spPr>
        <p:txBody>
          <a:bodyPr lIns="144000" rIns="0" anchor="t"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21" name="Textplatzhalter 5">
            <a:extLst>
              <a:ext uri="{FF2B5EF4-FFF2-40B4-BE49-F238E27FC236}">
                <a16:creationId xmlns:a16="http://schemas.microsoft.com/office/drawing/2014/main" id="{8EB845B4-6024-4939-B8C4-5FB6F2EEFC74}"/>
              </a:ext>
            </a:extLst>
          </p:cNvPr>
          <p:cNvSpPr>
            <a:spLocks noGrp="1"/>
          </p:cNvSpPr>
          <p:nvPr>
            <p:ph type="body" sz="quarter" idx="49" hasCustomPrompt="1"/>
          </p:nvPr>
        </p:nvSpPr>
        <p:spPr>
          <a:xfrm>
            <a:off x="7984158" y="1863950"/>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sp>
        <p:nvSpPr>
          <p:cNvPr id="22" name="Textplatzhalter 5">
            <a:extLst>
              <a:ext uri="{FF2B5EF4-FFF2-40B4-BE49-F238E27FC236}">
                <a16:creationId xmlns:a16="http://schemas.microsoft.com/office/drawing/2014/main" id="{AB8E9FC1-05A3-4EC9-A7EA-B2C1E02F85B5}"/>
              </a:ext>
            </a:extLst>
          </p:cNvPr>
          <p:cNvSpPr>
            <a:spLocks noGrp="1"/>
          </p:cNvSpPr>
          <p:nvPr>
            <p:ph type="body" sz="quarter" idx="50" hasCustomPrompt="1"/>
          </p:nvPr>
        </p:nvSpPr>
        <p:spPr>
          <a:xfrm>
            <a:off x="9092522" y="3692158"/>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grpSp>
        <p:nvGrpSpPr>
          <p:cNvPr id="23" name="Gruppieren 22">
            <a:extLst>
              <a:ext uri="{FF2B5EF4-FFF2-40B4-BE49-F238E27FC236}">
                <a16:creationId xmlns:a16="http://schemas.microsoft.com/office/drawing/2014/main" id="{8899FCA3-4925-4670-AD11-4669DBC377BC}"/>
              </a:ext>
            </a:extLst>
          </p:cNvPr>
          <p:cNvGrpSpPr>
            <a:grpSpLocks noChangeAspect="1"/>
          </p:cNvGrpSpPr>
          <p:nvPr userDrawn="1"/>
        </p:nvGrpSpPr>
        <p:grpSpPr bwMode="gray">
          <a:xfrm>
            <a:off x="539999" y="3548377"/>
            <a:ext cx="11650414" cy="254005"/>
            <a:chOff x="539999" y="3555997"/>
            <a:chExt cx="11650414" cy="254005"/>
          </a:xfrm>
        </p:grpSpPr>
        <p:cxnSp>
          <p:nvCxnSpPr>
            <p:cNvPr id="24" name="Gerader Verbinder 23">
              <a:extLst>
                <a:ext uri="{FF2B5EF4-FFF2-40B4-BE49-F238E27FC236}">
                  <a16:creationId xmlns:a16="http://schemas.microsoft.com/office/drawing/2014/main" id="{842BC8B9-6DC6-464D-A134-0A2B80F83DD6}"/>
                </a:ext>
              </a:extLst>
            </p:cNvPr>
            <p:cNvCxnSpPr>
              <a:cxnSpLocks/>
            </p:cNvCxnSpPr>
            <p:nvPr/>
          </p:nvCxnSpPr>
          <p:spPr bwMode="gray">
            <a:xfrm flipH="1">
              <a:off x="540458" y="3683000"/>
              <a:ext cx="11649955" cy="0"/>
            </a:xfrm>
            <a:prstGeom prst="line">
              <a:avLst/>
            </a:prstGeom>
            <a:ln w="31750">
              <a:solidFill>
                <a:schemeClr val="accent3"/>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8EA1F4A8-ACC2-4AA0-B6B7-CD4E9C1A6EFC}"/>
                </a:ext>
              </a:extLst>
            </p:cNvPr>
            <p:cNvCxnSpPr>
              <a:cxnSpLocks/>
            </p:cNvCxnSpPr>
            <p:nvPr/>
          </p:nvCxnSpPr>
          <p:spPr bwMode="gray">
            <a:xfrm>
              <a:off x="539999" y="3555997"/>
              <a:ext cx="0" cy="254005"/>
            </a:xfrm>
            <a:prstGeom prst="line">
              <a:avLst/>
            </a:prstGeom>
            <a:ln w="31750">
              <a:solidFill>
                <a:schemeClr val="accent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Fußzeilenplatzhalter 3">
            <a:extLst>
              <a:ext uri="{FF2B5EF4-FFF2-40B4-BE49-F238E27FC236}">
                <a16:creationId xmlns:a16="http://schemas.microsoft.com/office/drawing/2014/main" id="{59B98D86-3766-C20E-A2D8-F932241FD068}"/>
              </a:ext>
            </a:extLst>
          </p:cNvPr>
          <p:cNvSpPr>
            <a:spLocks noGrp="1"/>
          </p:cNvSpPr>
          <p:nvPr>
            <p:ph type="ftr" sz="quarter" idx="32"/>
          </p:nvPr>
        </p:nvSpPr>
        <p:spPr>
          <a:xfrm>
            <a:off x="2807400" y="6648379"/>
            <a:ext cx="6577200" cy="90000"/>
          </a:xfrm>
        </p:spPr>
        <p:txBody>
          <a:bodyPr/>
          <a:lstStyle/>
          <a:p>
            <a:r>
              <a:rPr lang="de-DE"/>
              <a:t>G  |  KSU-Klasse: 0.2 – 4 Jahre </a:t>
            </a:r>
          </a:p>
        </p:txBody>
      </p:sp>
    </p:spTree>
    <p:extLst>
      <p:ext uri="{BB962C8B-B14F-4D97-AF65-F5344CB8AC3E}">
        <p14:creationId xmlns:p14="http://schemas.microsoft.com/office/powerpoint/2010/main" val="2022273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IMELINE (Seite 2)">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41F51B32-E962-4F66-882C-86E2FB2D5C57}"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8" name="Textplatzhalter 5">
            <a:extLst>
              <a:ext uri="{FF2B5EF4-FFF2-40B4-BE49-F238E27FC236}">
                <a16:creationId xmlns:a16="http://schemas.microsoft.com/office/drawing/2014/main" id="{DB596F96-846B-45CE-A01B-D2C25EC9F2FE}"/>
              </a:ext>
            </a:extLst>
          </p:cNvPr>
          <p:cNvSpPr>
            <a:spLocks noGrp="1"/>
          </p:cNvSpPr>
          <p:nvPr>
            <p:ph type="body" sz="quarter" idx="36"/>
          </p:nvPr>
        </p:nvSpPr>
        <p:spPr>
          <a:xfrm>
            <a:off x="1995398" y="4075958"/>
            <a:ext cx="2586535" cy="1416200"/>
          </a:xfrm>
          <a:prstGeom prst="rect">
            <a:avLst/>
          </a:prstGeom>
        </p:spPr>
        <p:txBody>
          <a:bodyPr lIns="144000" rIns="0" anchor="b"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9" name="Textplatzhalter 5">
            <a:extLst>
              <a:ext uri="{FF2B5EF4-FFF2-40B4-BE49-F238E27FC236}">
                <a16:creationId xmlns:a16="http://schemas.microsoft.com/office/drawing/2014/main" id="{8ADA6776-C225-48EC-B141-06C70BE11B82}"/>
              </a:ext>
            </a:extLst>
          </p:cNvPr>
          <p:cNvSpPr>
            <a:spLocks noGrp="1"/>
          </p:cNvSpPr>
          <p:nvPr>
            <p:ph type="body" sz="quarter" idx="38"/>
          </p:nvPr>
        </p:nvSpPr>
        <p:spPr>
          <a:xfrm>
            <a:off x="1004477" y="1863950"/>
            <a:ext cx="2586535" cy="1533195"/>
          </a:xfrm>
          <a:prstGeom prst="rect">
            <a:avLst/>
          </a:prstGeom>
        </p:spPr>
        <p:txBody>
          <a:bodyPr lIns="144000" rIns="0" anchor="t"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13" name="Textplatzhalter 5">
            <a:extLst>
              <a:ext uri="{FF2B5EF4-FFF2-40B4-BE49-F238E27FC236}">
                <a16:creationId xmlns:a16="http://schemas.microsoft.com/office/drawing/2014/main" id="{2724B304-3E00-4AB6-AA7C-FC324A1B4AA9}"/>
              </a:ext>
            </a:extLst>
          </p:cNvPr>
          <p:cNvSpPr>
            <a:spLocks noGrp="1"/>
          </p:cNvSpPr>
          <p:nvPr>
            <p:ph type="body" sz="quarter" idx="40"/>
          </p:nvPr>
        </p:nvSpPr>
        <p:spPr>
          <a:xfrm>
            <a:off x="5541933" y="4075958"/>
            <a:ext cx="2586535" cy="1416200"/>
          </a:xfrm>
          <a:prstGeom prst="rect">
            <a:avLst/>
          </a:prstGeom>
        </p:spPr>
        <p:txBody>
          <a:bodyPr lIns="144000" rIns="0" anchor="b"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14" name="Textplatzhalter 5">
            <a:extLst>
              <a:ext uri="{FF2B5EF4-FFF2-40B4-BE49-F238E27FC236}">
                <a16:creationId xmlns:a16="http://schemas.microsoft.com/office/drawing/2014/main" id="{B77E3A14-93D9-40A3-B34F-20EDBE4A0E1F}"/>
              </a:ext>
            </a:extLst>
          </p:cNvPr>
          <p:cNvSpPr>
            <a:spLocks noGrp="1"/>
          </p:cNvSpPr>
          <p:nvPr>
            <p:ph type="body" sz="quarter" idx="42"/>
          </p:nvPr>
        </p:nvSpPr>
        <p:spPr>
          <a:xfrm>
            <a:off x="4494318" y="1863950"/>
            <a:ext cx="2586535" cy="1533195"/>
          </a:xfrm>
          <a:prstGeom prst="rect">
            <a:avLst/>
          </a:prstGeom>
        </p:spPr>
        <p:txBody>
          <a:bodyPr lIns="144000" rIns="0" anchor="t"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15" name="Textplatzhalter 5">
            <a:extLst>
              <a:ext uri="{FF2B5EF4-FFF2-40B4-BE49-F238E27FC236}">
                <a16:creationId xmlns:a16="http://schemas.microsoft.com/office/drawing/2014/main" id="{CF6FE51D-EA04-4DEE-8FF6-DB7CBD8927B4}"/>
              </a:ext>
            </a:extLst>
          </p:cNvPr>
          <p:cNvSpPr>
            <a:spLocks noGrp="1"/>
          </p:cNvSpPr>
          <p:nvPr>
            <p:ph type="body" sz="quarter" idx="43" hasCustomPrompt="1"/>
          </p:nvPr>
        </p:nvSpPr>
        <p:spPr>
          <a:xfrm>
            <a:off x="1000877" y="1863950"/>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sp>
        <p:nvSpPr>
          <p:cNvPr id="16" name="Textplatzhalter 5">
            <a:extLst>
              <a:ext uri="{FF2B5EF4-FFF2-40B4-BE49-F238E27FC236}">
                <a16:creationId xmlns:a16="http://schemas.microsoft.com/office/drawing/2014/main" id="{F1DDB360-88D7-42E0-9B0A-F5970C3A2E89}"/>
              </a:ext>
            </a:extLst>
          </p:cNvPr>
          <p:cNvSpPr>
            <a:spLocks noGrp="1"/>
          </p:cNvSpPr>
          <p:nvPr>
            <p:ph type="body" sz="quarter" idx="44" hasCustomPrompt="1"/>
          </p:nvPr>
        </p:nvSpPr>
        <p:spPr>
          <a:xfrm>
            <a:off x="4492518" y="1863950"/>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sp>
        <p:nvSpPr>
          <p:cNvPr id="17" name="Textplatzhalter 5">
            <a:extLst>
              <a:ext uri="{FF2B5EF4-FFF2-40B4-BE49-F238E27FC236}">
                <a16:creationId xmlns:a16="http://schemas.microsoft.com/office/drawing/2014/main" id="{576BDF37-256D-4881-AB3B-AE22FECAB755}"/>
              </a:ext>
            </a:extLst>
          </p:cNvPr>
          <p:cNvSpPr>
            <a:spLocks noGrp="1"/>
          </p:cNvSpPr>
          <p:nvPr>
            <p:ph type="body" sz="quarter" idx="45" hasCustomPrompt="1"/>
          </p:nvPr>
        </p:nvSpPr>
        <p:spPr>
          <a:xfrm>
            <a:off x="1995856" y="3692158"/>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sp>
        <p:nvSpPr>
          <p:cNvPr id="18" name="Textplatzhalter 5">
            <a:extLst>
              <a:ext uri="{FF2B5EF4-FFF2-40B4-BE49-F238E27FC236}">
                <a16:creationId xmlns:a16="http://schemas.microsoft.com/office/drawing/2014/main" id="{5A28EAA8-EDFF-46C4-91EE-999F8181DFDC}"/>
              </a:ext>
            </a:extLst>
          </p:cNvPr>
          <p:cNvSpPr>
            <a:spLocks noGrp="1"/>
          </p:cNvSpPr>
          <p:nvPr>
            <p:ph type="body" sz="quarter" idx="46" hasCustomPrompt="1"/>
          </p:nvPr>
        </p:nvSpPr>
        <p:spPr>
          <a:xfrm>
            <a:off x="5544189" y="3692158"/>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sp>
        <p:nvSpPr>
          <p:cNvPr id="19" name="Textplatzhalter 5">
            <a:extLst>
              <a:ext uri="{FF2B5EF4-FFF2-40B4-BE49-F238E27FC236}">
                <a16:creationId xmlns:a16="http://schemas.microsoft.com/office/drawing/2014/main" id="{042E2B9E-E4E1-4B40-AC14-AAB3829EABC9}"/>
              </a:ext>
            </a:extLst>
          </p:cNvPr>
          <p:cNvSpPr>
            <a:spLocks noGrp="1"/>
          </p:cNvSpPr>
          <p:nvPr>
            <p:ph type="body" sz="quarter" idx="47"/>
          </p:nvPr>
        </p:nvSpPr>
        <p:spPr>
          <a:xfrm>
            <a:off x="9088466" y="4075958"/>
            <a:ext cx="2586535" cy="1416200"/>
          </a:xfrm>
          <a:prstGeom prst="rect">
            <a:avLst/>
          </a:prstGeom>
        </p:spPr>
        <p:txBody>
          <a:bodyPr lIns="144000" rIns="0" anchor="b"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20" name="Textplatzhalter 5">
            <a:extLst>
              <a:ext uri="{FF2B5EF4-FFF2-40B4-BE49-F238E27FC236}">
                <a16:creationId xmlns:a16="http://schemas.microsoft.com/office/drawing/2014/main" id="{9FB5588B-ABF3-4BDE-A234-710398622ED3}"/>
              </a:ext>
            </a:extLst>
          </p:cNvPr>
          <p:cNvSpPr>
            <a:spLocks noGrp="1"/>
          </p:cNvSpPr>
          <p:nvPr>
            <p:ph type="body" sz="quarter" idx="48"/>
          </p:nvPr>
        </p:nvSpPr>
        <p:spPr>
          <a:xfrm>
            <a:off x="7984159" y="1863950"/>
            <a:ext cx="2586535" cy="1533195"/>
          </a:xfrm>
          <a:prstGeom prst="rect">
            <a:avLst/>
          </a:prstGeom>
        </p:spPr>
        <p:txBody>
          <a:bodyPr lIns="144000" rIns="0" anchor="t" anchorCtr="0"/>
          <a:lstStyle>
            <a:lvl1pPr marL="0" indent="0" algn="l">
              <a:lnSpc>
                <a:spcPct val="100000"/>
              </a:lnSpc>
              <a:spcAft>
                <a:spcPts val="0"/>
              </a:spcAft>
              <a:buNone/>
              <a:defRPr lang="de-DE" sz="1400" kern="1200" dirty="0">
                <a:solidFill>
                  <a:schemeClr val="tx1"/>
                </a:solidFill>
                <a:latin typeface="+mn-lt"/>
                <a:ea typeface="+mn-ea"/>
                <a:cs typeface="+mn-cs"/>
              </a:defRPr>
            </a:lvl1pPr>
          </a:lstStyle>
          <a:p>
            <a:pPr lvl="0"/>
            <a:r>
              <a:rPr lang="de-DE"/>
              <a:t>Mastertextformat bearbeiten</a:t>
            </a:r>
          </a:p>
        </p:txBody>
      </p:sp>
      <p:sp>
        <p:nvSpPr>
          <p:cNvPr id="21" name="Textplatzhalter 5">
            <a:extLst>
              <a:ext uri="{FF2B5EF4-FFF2-40B4-BE49-F238E27FC236}">
                <a16:creationId xmlns:a16="http://schemas.microsoft.com/office/drawing/2014/main" id="{8EB845B4-6024-4939-B8C4-5FB6F2EEFC74}"/>
              </a:ext>
            </a:extLst>
          </p:cNvPr>
          <p:cNvSpPr>
            <a:spLocks noGrp="1"/>
          </p:cNvSpPr>
          <p:nvPr>
            <p:ph type="body" sz="quarter" idx="49" hasCustomPrompt="1"/>
          </p:nvPr>
        </p:nvSpPr>
        <p:spPr>
          <a:xfrm>
            <a:off x="7984158" y="1863950"/>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sp>
        <p:nvSpPr>
          <p:cNvPr id="22" name="Textplatzhalter 5">
            <a:extLst>
              <a:ext uri="{FF2B5EF4-FFF2-40B4-BE49-F238E27FC236}">
                <a16:creationId xmlns:a16="http://schemas.microsoft.com/office/drawing/2014/main" id="{AB8E9FC1-05A3-4EC9-A7EA-B2C1E02F85B5}"/>
              </a:ext>
            </a:extLst>
          </p:cNvPr>
          <p:cNvSpPr>
            <a:spLocks noGrp="1"/>
          </p:cNvSpPr>
          <p:nvPr>
            <p:ph type="body" sz="quarter" idx="50" hasCustomPrompt="1"/>
          </p:nvPr>
        </p:nvSpPr>
        <p:spPr>
          <a:xfrm>
            <a:off x="9092522" y="3692158"/>
            <a:ext cx="7200" cy="1800000"/>
          </a:xfrm>
          <a:prstGeom prst="rect">
            <a:avLst/>
          </a:prstGeom>
          <a:solidFill>
            <a:schemeClr val="accent1"/>
          </a:solidFill>
        </p:spPr>
        <p:txBody>
          <a:bodyPr lIns="0" rIns="0" anchor="b" anchorCtr="0"/>
          <a:lstStyle>
            <a:lvl1pPr marL="0" indent="0" algn="l">
              <a:lnSpc>
                <a:spcPct val="100000"/>
              </a:lnSpc>
              <a:spcAft>
                <a:spcPts val="0"/>
              </a:spcAft>
              <a:buNone/>
              <a:defRPr lang="de-DE" sz="800" kern="1200" dirty="0">
                <a:solidFill>
                  <a:schemeClr val="accent1"/>
                </a:solidFill>
                <a:latin typeface="+mn-lt"/>
                <a:ea typeface="+mn-ea"/>
                <a:cs typeface="+mn-cs"/>
              </a:defRPr>
            </a:lvl1pPr>
          </a:lstStyle>
          <a:p>
            <a:pPr lvl="0"/>
            <a:r>
              <a:rPr lang="de-DE"/>
              <a:t> </a:t>
            </a:r>
          </a:p>
        </p:txBody>
      </p:sp>
      <p:cxnSp>
        <p:nvCxnSpPr>
          <p:cNvPr id="26" name="Gerader Verbinder 25">
            <a:extLst>
              <a:ext uri="{FF2B5EF4-FFF2-40B4-BE49-F238E27FC236}">
                <a16:creationId xmlns:a16="http://schemas.microsoft.com/office/drawing/2014/main" id="{A8ED919B-37CE-4A1F-AF98-8DE7786067E8}"/>
              </a:ext>
            </a:extLst>
          </p:cNvPr>
          <p:cNvCxnSpPr>
            <a:cxnSpLocks/>
          </p:cNvCxnSpPr>
          <p:nvPr userDrawn="1"/>
        </p:nvCxnSpPr>
        <p:spPr bwMode="gray">
          <a:xfrm>
            <a:off x="0" y="3673475"/>
            <a:ext cx="11649955" cy="0"/>
          </a:xfrm>
          <a:prstGeom prst="line">
            <a:avLst/>
          </a:prstGeom>
          <a:ln w="31750">
            <a:solidFill>
              <a:schemeClr val="accent3"/>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Fußzeilenplatzhalter 3">
            <a:extLst>
              <a:ext uri="{FF2B5EF4-FFF2-40B4-BE49-F238E27FC236}">
                <a16:creationId xmlns:a16="http://schemas.microsoft.com/office/drawing/2014/main" id="{47C34DAF-EFF6-A1C5-67B3-E46126E9324D}"/>
              </a:ext>
            </a:extLst>
          </p:cNvPr>
          <p:cNvSpPr>
            <a:spLocks noGrp="1"/>
          </p:cNvSpPr>
          <p:nvPr>
            <p:ph type="ftr" sz="quarter" idx="32"/>
          </p:nvPr>
        </p:nvSpPr>
        <p:spPr>
          <a:xfrm>
            <a:off x="2807400" y="6648379"/>
            <a:ext cx="6577200" cy="90000"/>
          </a:xfrm>
        </p:spPr>
        <p:txBody>
          <a:bodyPr/>
          <a:lstStyle/>
          <a:p>
            <a:r>
              <a:rPr lang="de-DE"/>
              <a:t>G  |  KSU-Klasse: 0.2 – 4 Jahre </a:t>
            </a:r>
          </a:p>
        </p:txBody>
      </p:sp>
    </p:spTree>
    <p:extLst>
      <p:ext uri="{BB962C8B-B14F-4D97-AF65-F5344CB8AC3E}">
        <p14:creationId xmlns:p14="http://schemas.microsoft.com/office/powerpoint/2010/main" val="3150105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DIAGRAMM (rechts)">
    <p:spTree>
      <p:nvGrpSpPr>
        <p:cNvPr id="1" name=""/>
        <p:cNvGrpSpPr/>
        <p:nvPr/>
      </p:nvGrpSpPr>
      <p:grpSpPr>
        <a:xfrm>
          <a:off x="0" y="0"/>
          <a:ext cx="0" cy="0"/>
          <a:chOff x="0" y="0"/>
          <a:chExt cx="0" cy="0"/>
        </a:xfrm>
      </p:grpSpPr>
      <p:sp>
        <p:nvSpPr>
          <p:cNvPr id="14" name="Diagrammplatzhalter 13">
            <a:extLst>
              <a:ext uri="{FF2B5EF4-FFF2-40B4-BE49-F238E27FC236}">
                <a16:creationId xmlns:a16="http://schemas.microsoft.com/office/drawing/2014/main" id="{81EF3C66-38F1-45E5-A675-18E8846DD8CA}"/>
              </a:ext>
            </a:extLst>
          </p:cNvPr>
          <p:cNvSpPr>
            <a:spLocks noGrp="1"/>
          </p:cNvSpPr>
          <p:nvPr>
            <p:ph type="chart" sz="quarter" idx="18"/>
          </p:nvPr>
        </p:nvSpPr>
        <p:spPr>
          <a:xfrm>
            <a:off x="3683000" y="1473200"/>
            <a:ext cx="8102600" cy="4616193"/>
          </a:xfrm>
        </p:spPr>
        <p:txBody>
          <a:bodyPr/>
          <a:lstStyle>
            <a:lvl1pPr marL="0" indent="0">
              <a:buNone/>
              <a:defRPr/>
            </a:lvl1pPr>
          </a:lstStyle>
          <a:p>
            <a:endParaRPr lang="en-GB"/>
          </a:p>
        </p:txBody>
      </p:sp>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DDC5D6BF-0E70-49CB-9570-F4EFC6CCBCB0}"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15" name="Textplatzhalter 3">
            <a:extLst>
              <a:ext uri="{FF2B5EF4-FFF2-40B4-BE49-F238E27FC236}">
                <a16:creationId xmlns:a16="http://schemas.microsoft.com/office/drawing/2014/main" id="{11F52E68-8BE3-4B39-A0E1-92DF26DDBCC2}"/>
              </a:ext>
            </a:extLst>
          </p:cNvPr>
          <p:cNvSpPr>
            <a:spLocks noGrp="1"/>
          </p:cNvSpPr>
          <p:nvPr>
            <p:ph type="body" sz="quarter" idx="17"/>
          </p:nvPr>
        </p:nvSpPr>
        <p:spPr>
          <a:xfrm>
            <a:off x="406399" y="1927096"/>
            <a:ext cx="2857500" cy="3708400"/>
          </a:xfrm>
        </p:spPr>
        <p:txBody>
          <a:bodyPr vert="horz" lIns="0" tIns="0" rIns="0" bIns="0" rtlCol="0" anchor="ctr" anchorCtr="0">
            <a:noAutofit/>
          </a:bodyPr>
          <a:lstStyle>
            <a:lvl1pPr>
              <a:defRPr lang="de-DE" sz="1600" b="1" smtClean="0">
                <a:solidFill>
                  <a:schemeClr val="accent5"/>
                </a:solidFill>
                <a:latin typeface="+mj-lt"/>
              </a:defRPr>
            </a:lvl1pPr>
            <a:lvl2pPr>
              <a:defRPr lang="de-DE" sz="1200" b="0" smtClean="0">
                <a:solidFill>
                  <a:schemeClr val="accent5"/>
                </a:solidFill>
              </a:defRPr>
            </a:lvl2pPr>
            <a:lvl3pPr>
              <a:defRPr lang="de-DE" sz="12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2" name="Fußzeilenplatzhalter 3">
            <a:extLst>
              <a:ext uri="{FF2B5EF4-FFF2-40B4-BE49-F238E27FC236}">
                <a16:creationId xmlns:a16="http://schemas.microsoft.com/office/drawing/2014/main" id="{C307E6A5-B14F-6582-53DD-59496F9B5313}"/>
              </a:ext>
            </a:extLst>
          </p:cNvPr>
          <p:cNvSpPr>
            <a:spLocks noGrp="1"/>
          </p:cNvSpPr>
          <p:nvPr>
            <p:ph type="ftr" sz="quarter" idx="32"/>
          </p:nvPr>
        </p:nvSpPr>
        <p:spPr>
          <a:xfrm>
            <a:off x="2807400" y="6648379"/>
            <a:ext cx="6577200" cy="90000"/>
          </a:xfrm>
        </p:spPr>
        <p:txBody>
          <a:bodyPr/>
          <a:lstStyle/>
          <a:p>
            <a:r>
              <a:rPr lang="de-DE"/>
              <a:t>G  |  KSU-Klasse: 0.2 – 4 Jahre </a:t>
            </a:r>
          </a:p>
        </p:txBody>
      </p:sp>
    </p:spTree>
    <p:extLst>
      <p:ext uri="{BB962C8B-B14F-4D97-AF65-F5344CB8AC3E}">
        <p14:creationId xmlns:p14="http://schemas.microsoft.com/office/powerpoint/2010/main" val="1129370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DIAGRAMM (links)">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81942C93-2A45-43BA-8880-00412BA1F01D}"/>
              </a:ext>
            </a:extLst>
          </p:cNvPr>
          <p:cNvSpPr>
            <a:spLocks noGrp="1"/>
          </p:cNvSpPr>
          <p:nvPr>
            <p:ph type="dt" sz="half" idx="14"/>
          </p:nvPr>
        </p:nvSpPr>
        <p:spPr/>
        <p:txBody>
          <a:bodyPr/>
          <a:lstStyle/>
          <a:p>
            <a:fld id="{637979A8-D0F4-4574-9E4A-F6A8E06CBEE1}" type="datetime1">
              <a:rPr lang="de-DE" smtClean="0"/>
              <a:t>15.10.2026</a:t>
            </a:fld>
            <a:endParaRPr lang="de-DE"/>
          </a:p>
        </p:txBody>
      </p:sp>
      <p:sp>
        <p:nvSpPr>
          <p:cNvPr id="6" name="Foliennummernplatzhalter 5">
            <a:extLst>
              <a:ext uri="{FF2B5EF4-FFF2-40B4-BE49-F238E27FC236}">
                <a16:creationId xmlns:a16="http://schemas.microsoft.com/office/drawing/2014/main" id="{A55C37F3-0A12-4E44-BBD8-9870F2BC4385}"/>
              </a:ext>
            </a:extLst>
          </p:cNvPr>
          <p:cNvSpPr>
            <a:spLocks noGrp="1"/>
          </p:cNvSpPr>
          <p:nvPr>
            <p:ph type="sldNum" sz="quarter" idx="15"/>
          </p:nvPr>
        </p:nvSpPr>
        <p:spPr/>
        <p:txBody>
          <a:bodyPr/>
          <a:lstStyle/>
          <a:p>
            <a:fld id="{2EA6AC58-99FC-40D1-8A10-4777F7BB7286}" type="slidenum">
              <a:rPr lang="de-DE" smtClean="0"/>
              <a:pPr/>
              <a:t>‹Nr.›</a:t>
            </a:fld>
            <a:endParaRPr lang="de-DE"/>
          </a:p>
        </p:txBody>
      </p:sp>
      <p:sp>
        <p:nvSpPr>
          <p:cNvPr id="12" name="Textplatzhalter 8">
            <a:extLst>
              <a:ext uri="{FF2B5EF4-FFF2-40B4-BE49-F238E27FC236}">
                <a16:creationId xmlns:a16="http://schemas.microsoft.com/office/drawing/2014/main" id="{FEBDA2A6-3C87-426B-88DF-E45CDA010A7F}"/>
              </a:ext>
            </a:extLst>
          </p:cNvPr>
          <p:cNvSpPr>
            <a:spLocks noGrp="1"/>
          </p:cNvSpPr>
          <p:nvPr>
            <p:ph type="body" sz="quarter" idx="16" hasCustomPrompt="1"/>
          </p:nvPr>
        </p:nvSpPr>
        <p:spPr>
          <a:xfrm>
            <a:off x="406399" y="678119"/>
            <a:ext cx="9280701" cy="311880"/>
          </a:xfrm>
        </p:spPr>
        <p:txBody>
          <a:bodyPr wrap="square" anchor="t">
            <a:spAutoFit/>
          </a:bodyPr>
          <a:lstStyle>
            <a:lvl1pPr marL="0" indent="0">
              <a:lnSpc>
                <a:spcPct val="90000"/>
              </a:lnSpc>
              <a:spcAft>
                <a:spcPts val="0"/>
              </a:spcAft>
              <a:buFont typeface="Arial" panose="020B0604020202020204" pitchFamily="34" charset="0"/>
              <a:buNone/>
              <a:defRPr sz="2200" b="1">
                <a:solidFill>
                  <a:schemeClr val="accent5"/>
                </a:solidFill>
                <a:latin typeface="+mj-lt"/>
              </a:defRPr>
            </a:lvl1pPr>
          </a:lstStyle>
          <a:p>
            <a:pPr lvl="0"/>
            <a:r>
              <a:rPr lang="de-DE"/>
              <a:t>Headline</a:t>
            </a:r>
          </a:p>
        </p:txBody>
      </p:sp>
      <p:sp>
        <p:nvSpPr>
          <p:cNvPr id="13" name="Diagrammplatzhalter 13">
            <a:extLst>
              <a:ext uri="{FF2B5EF4-FFF2-40B4-BE49-F238E27FC236}">
                <a16:creationId xmlns:a16="http://schemas.microsoft.com/office/drawing/2014/main" id="{F8BD4990-AEA2-4916-B167-2183BFFF9B0E}"/>
              </a:ext>
            </a:extLst>
          </p:cNvPr>
          <p:cNvSpPr>
            <a:spLocks noGrp="1"/>
          </p:cNvSpPr>
          <p:nvPr>
            <p:ph type="chart" sz="quarter" idx="18"/>
          </p:nvPr>
        </p:nvSpPr>
        <p:spPr>
          <a:xfrm>
            <a:off x="406399" y="1473200"/>
            <a:ext cx="8102600" cy="4616193"/>
          </a:xfrm>
        </p:spPr>
        <p:txBody>
          <a:bodyPr/>
          <a:lstStyle>
            <a:lvl1pPr marL="0" indent="0">
              <a:buNone/>
              <a:defRPr/>
            </a:lvl1pPr>
          </a:lstStyle>
          <a:p>
            <a:endParaRPr lang="en-GB"/>
          </a:p>
        </p:txBody>
      </p:sp>
      <p:sp>
        <p:nvSpPr>
          <p:cNvPr id="15" name="Textplatzhalter 3">
            <a:extLst>
              <a:ext uri="{FF2B5EF4-FFF2-40B4-BE49-F238E27FC236}">
                <a16:creationId xmlns:a16="http://schemas.microsoft.com/office/drawing/2014/main" id="{C9741BA2-9B51-4232-904B-B8FFA34BFF81}"/>
              </a:ext>
            </a:extLst>
          </p:cNvPr>
          <p:cNvSpPr>
            <a:spLocks noGrp="1"/>
          </p:cNvSpPr>
          <p:nvPr>
            <p:ph type="body" sz="quarter" idx="17"/>
          </p:nvPr>
        </p:nvSpPr>
        <p:spPr>
          <a:xfrm>
            <a:off x="8928100" y="1927096"/>
            <a:ext cx="2857500" cy="3708400"/>
          </a:xfrm>
        </p:spPr>
        <p:txBody>
          <a:bodyPr vert="horz" lIns="0" tIns="0" rIns="0" bIns="0" rtlCol="0" anchor="ctr" anchorCtr="0">
            <a:noAutofit/>
          </a:bodyPr>
          <a:lstStyle>
            <a:lvl1pPr>
              <a:defRPr lang="de-DE" b="1" smtClean="0">
                <a:solidFill>
                  <a:schemeClr val="accent5"/>
                </a:solidFill>
                <a:latin typeface="+mj-lt"/>
              </a:defRPr>
            </a:lvl1pPr>
            <a:lvl2pPr>
              <a:defRPr lang="de-DE" sz="1200" b="0" smtClean="0">
                <a:solidFill>
                  <a:schemeClr val="accent5"/>
                </a:solidFill>
              </a:defRPr>
            </a:lvl2pPr>
            <a:lvl3pPr>
              <a:defRPr lang="de-DE" sz="1200" b="0" smtClean="0">
                <a:solidFill>
                  <a:schemeClr val="accent5"/>
                </a:solidFill>
              </a:defRPr>
            </a:lvl3pPr>
            <a:lvl4pPr>
              <a:defRPr lang="de-DE" smtClean="0"/>
            </a:lvl4pPr>
            <a:lvl5pPr>
              <a:defRPr lang="en-GB"/>
            </a:lvl5pPr>
          </a:lstStyle>
          <a:p>
            <a:pPr marL="0" lvl="0" indent="0">
              <a:buNone/>
            </a:pPr>
            <a:r>
              <a:rPr lang="de-DE"/>
              <a:t>Mastertextformat bearbeiten</a:t>
            </a:r>
          </a:p>
          <a:p>
            <a:pPr marL="179996" lvl="1">
              <a:buFont typeface="Arial" panose="020B0604020202020204" pitchFamily="34" charset="0"/>
              <a:buChar char="•"/>
            </a:pPr>
            <a:r>
              <a:rPr lang="de-DE"/>
              <a:t>Zweite Ebene</a:t>
            </a:r>
          </a:p>
          <a:p>
            <a:pPr lvl="2"/>
            <a:r>
              <a:rPr lang="de-DE"/>
              <a:t>Dritte Ebene</a:t>
            </a:r>
          </a:p>
        </p:txBody>
      </p:sp>
      <p:sp>
        <p:nvSpPr>
          <p:cNvPr id="2" name="Fußzeilenplatzhalter 3">
            <a:extLst>
              <a:ext uri="{FF2B5EF4-FFF2-40B4-BE49-F238E27FC236}">
                <a16:creationId xmlns:a16="http://schemas.microsoft.com/office/drawing/2014/main" id="{D17F9BAB-430F-17F5-5BFC-F18993512802}"/>
              </a:ext>
            </a:extLst>
          </p:cNvPr>
          <p:cNvSpPr>
            <a:spLocks noGrp="1"/>
          </p:cNvSpPr>
          <p:nvPr>
            <p:ph type="ftr" sz="quarter" idx="32"/>
          </p:nvPr>
        </p:nvSpPr>
        <p:spPr>
          <a:xfrm>
            <a:off x="2807400" y="6648379"/>
            <a:ext cx="6577200" cy="90000"/>
          </a:xfrm>
        </p:spPr>
        <p:txBody>
          <a:bodyPr/>
          <a:lstStyle/>
          <a:p>
            <a:r>
              <a:rPr lang="de-DE"/>
              <a:t>G  |  KSU-Klasse: 0.2 – 4 Jahre </a:t>
            </a:r>
          </a:p>
        </p:txBody>
      </p:sp>
    </p:spTree>
    <p:extLst>
      <p:ext uri="{BB962C8B-B14F-4D97-AF65-F5344CB8AC3E}">
        <p14:creationId xmlns:p14="http://schemas.microsoft.com/office/powerpoint/2010/main" val="214194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ABSCHLUSS">
    <p:bg>
      <p:bgPr>
        <a:solidFill>
          <a:srgbClr val="00466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406400" y="2205000"/>
            <a:ext cx="7904480" cy="1227704"/>
          </a:xfrm>
          <a:prstGeom prst="rect">
            <a:avLst/>
          </a:prstGeom>
          <a:noFill/>
        </p:spPr>
        <p:txBody>
          <a:bodyPr lIns="0" tIns="259200" anchor="ctr"/>
          <a:lstStyle>
            <a:lvl1pPr algn="l">
              <a:lnSpc>
                <a:spcPct val="120000"/>
              </a:lnSpc>
              <a:defRPr sz="3200">
                <a:solidFill>
                  <a:schemeClr val="bg1"/>
                </a:solidFill>
                <a:latin typeface="VWAG TheSans" panose="020B0502050302020203"/>
              </a:defRPr>
            </a:lvl1pPr>
          </a:lstStyle>
          <a:p>
            <a:r>
              <a:rPr lang="de-DE"/>
              <a:t>TITEL OHNE BILDMOTIV</a:t>
            </a:r>
            <a:br>
              <a:rPr lang="de-DE"/>
            </a:br>
            <a:r>
              <a:rPr lang="de-DE"/>
              <a:t>IN VWAG THESANS FETT 26 PT</a:t>
            </a:r>
          </a:p>
        </p:txBody>
      </p:sp>
      <p:sp>
        <p:nvSpPr>
          <p:cNvPr id="3" name="Subtitle 2"/>
          <p:cNvSpPr>
            <a:spLocks noGrp="1"/>
          </p:cNvSpPr>
          <p:nvPr>
            <p:ph type="subTitle" idx="1" hasCustomPrompt="1"/>
          </p:nvPr>
        </p:nvSpPr>
        <p:spPr bwMode="gray">
          <a:xfrm>
            <a:off x="406400" y="4149000"/>
            <a:ext cx="7904480" cy="398652"/>
          </a:xfrm>
        </p:spPr>
        <p:txBody>
          <a:bodyPr/>
          <a:lstStyle>
            <a:lvl1pPr marL="0" indent="0" algn="l">
              <a:lnSpc>
                <a:spcPct val="120000"/>
              </a:lnSpc>
              <a:spcBef>
                <a:spcPts val="0"/>
              </a:spcBef>
              <a:spcAft>
                <a:spcPts val="0"/>
              </a:spcAft>
              <a:buNone/>
              <a:defRPr sz="2200">
                <a:solidFill>
                  <a:schemeClr val="accent3">
                    <a:lumMod val="20000"/>
                    <a:lumOff val="8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de-DE"/>
              <a:t>Datum/ Abteilung in VWAG </a:t>
            </a:r>
            <a:r>
              <a:rPr lang="de-DE" err="1"/>
              <a:t>TheSans</a:t>
            </a:r>
            <a:r>
              <a:rPr lang="de-DE"/>
              <a:t> 22 </a:t>
            </a:r>
            <a:r>
              <a:rPr lang="de-DE" err="1"/>
              <a:t>pt</a:t>
            </a:r>
            <a:endParaRPr lang="de-DE"/>
          </a:p>
        </p:txBody>
      </p:sp>
      <p:sp>
        <p:nvSpPr>
          <p:cNvPr id="47" name="Textplatzhalter 46">
            <a:extLst>
              <a:ext uri="{FF2B5EF4-FFF2-40B4-BE49-F238E27FC236}">
                <a16:creationId xmlns:a16="http://schemas.microsoft.com/office/drawing/2014/main" id="{8E50E72A-D94D-4742-B222-12F7A6C8333B}"/>
              </a:ext>
            </a:extLst>
          </p:cNvPr>
          <p:cNvSpPr>
            <a:spLocks noGrp="1"/>
          </p:cNvSpPr>
          <p:nvPr>
            <p:ph type="body" sz="quarter" idx="13" hasCustomPrompt="1"/>
          </p:nvPr>
        </p:nvSpPr>
        <p:spPr bwMode="gray">
          <a:xfrm>
            <a:off x="406406" y="4898878"/>
            <a:ext cx="4825153" cy="208472"/>
          </a:xfrm>
        </p:spPr>
        <p:txBody>
          <a:bodyPr/>
          <a:lstStyle>
            <a:lvl1pPr marL="0" indent="0">
              <a:buNone/>
              <a:defRPr>
                <a:solidFill>
                  <a:schemeClr val="accent3">
                    <a:lumMod val="20000"/>
                    <a:lumOff val="80000"/>
                  </a:schemeClr>
                </a:solidFill>
              </a:defRPr>
            </a:lvl1pPr>
          </a:lstStyle>
          <a:p>
            <a:pPr lvl="0"/>
            <a:r>
              <a:rPr lang="de-DE"/>
              <a:t>Vertraulichkeitsklasse: CONFIDENTIAL</a:t>
            </a:r>
          </a:p>
        </p:txBody>
      </p:sp>
      <p:sp>
        <p:nvSpPr>
          <p:cNvPr id="6" name="Foliennummernplatzhalter 5">
            <a:extLst>
              <a:ext uri="{FF2B5EF4-FFF2-40B4-BE49-F238E27FC236}">
                <a16:creationId xmlns:a16="http://schemas.microsoft.com/office/drawing/2014/main" id="{79210896-5EEC-4D62-9F79-41905E4E62DC}"/>
              </a:ext>
            </a:extLst>
          </p:cNvPr>
          <p:cNvSpPr>
            <a:spLocks noGrp="1"/>
          </p:cNvSpPr>
          <p:nvPr>
            <p:ph type="sldNum" sz="quarter" idx="15"/>
          </p:nvPr>
        </p:nvSpPr>
        <p:spPr bwMode="gray"/>
        <p:txBody>
          <a:bodyPr/>
          <a:lstStyle>
            <a:lvl1pPr>
              <a:defRPr>
                <a:solidFill>
                  <a:schemeClr val="bg1"/>
                </a:solidFill>
              </a:defRPr>
            </a:lvl1pPr>
          </a:lstStyle>
          <a:p>
            <a:fld id="{2EA6AC58-99FC-40D1-8A10-4777F7BB7286}" type="slidenum">
              <a:rPr lang="de-DE" smtClean="0"/>
              <a:pPr/>
              <a:t>‹Nr.›</a:t>
            </a:fld>
            <a:endParaRPr lang="de-DE"/>
          </a:p>
        </p:txBody>
      </p:sp>
      <p:cxnSp>
        <p:nvCxnSpPr>
          <p:cNvPr id="9" name="Gerader Verbinder 8"/>
          <p:cNvCxnSpPr/>
          <p:nvPr userDrawn="1"/>
        </p:nvCxnSpPr>
        <p:spPr bwMode="gray">
          <a:xfrm>
            <a:off x="406400" y="3861000"/>
            <a:ext cx="7993600" cy="0"/>
          </a:xfrm>
          <a:prstGeom prst="line">
            <a:avLst/>
          </a:prstGeom>
          <a:ln w="19050">
            <a:solidFill>
              <a:srgbClr val="95A844"/>
            </a:solidFill>
          </a:ln>
        </p:spPr>
        <p:style>
          <a:lnRef idx="1">
            <a:schemeClr val="accent1"/>
          </a:lnRef>
          <a:fillRef idx="0">
            <a:schemeClr val="accent1"/>
          </a:fillRef>
          <a:effectRef idx="0">
            <a:schemeClr val="accent1"/>
          </a:effectRef>
          <a:fontRef idx="minor">
            <a:schemeClr val="tx1"/>
          </a:fontRef>
        </p:style>
      </p:cxnSp>
      <p:sp>
        <p:nvSpPr>
          <p:cNvPr id="5" name="Datumsplatzhalter 4">
            <a:extLst>
              <a:ext uri="{FF2B5EF4-FFF2-40B4-BE49-F238E27FC236}">
                <a16:creationId xmlns:a16="http://schemas.microsoft.com/office/drawing/2014/main" id="{CABB87DD-A7CE-48BD-BA79-B535DF55C8C9}"/>
              </a:ext>
            </a:extLst>
          </p:cNvPr>
          <p:cNvSpPr>
            <a:spLocks noGrp="1"/>
          </p:cNvSpPr>
          <p:nvPr>
            <p:ph type="dt" sz="half" idx="16"/>
          </p:nvPr>
        </p:nvSpPr>
        <p:spPr/>
        <p:txBody>
          <a:bodyPr/>
          <a:lstStyle>
            <a:lvl1pPr>
              <a:defRPr>
                <a:solidFill>
                  <a:schemeClr val="bg1"/>
                </a:solidFill>
              </a:defRPr>
            </a:lvl1pPr>
          </a:lstStyle>
          <a:p>
            <a:fld id="{4EBA9A47-8767-4797-91D8-BABBAADA7283}" type="datetime1">
              <a:rPr lang="de-DE" smtClean="0"/>
              <a:t>15.10.2026</a:t>
            </a:fld>
            <a:endParaRPr lang="de-DE"/>
          </a:p>
        </p:txBody>
      </p:sp>
      <p:pic>
        <p:nvPicPr>
          <p:cNvPr id="8" name="Grafik 7">
            <a:extLst>
              <a:ext uri="{FF2B5EF4-FFF2-40B4-BE49-F238E27FC236}">
                <a16:creationId xmlns:a16="http://schemas.microsoft.com/office/drawing/2014/main" id="{EDFE6507-7CCE-042D-4777-592C0F71043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72250" y="0"/>
            <a:ext cx="2306765" cy="907200"/>
          </a:xfrm>
          <a:prstGeom prst="rect">
            <a:avLst/>
          </a:prstGeom>
        </p:spPr>
      </p:pic>
      <p:sp>
        <p:nvSpPr>
          <p:cNvPr id="4" name="Fußzeilenplatzhalter 1">
            <a:extLst>
              <a:ext uri="{FF2B5EF4-FFF2-40B4-BE49-F238E27FC236}">
                <a16:creationId xmlns:a16="http://schemas.microsoft.com/office/drawing/2014/main" id="{5D2C1399-055D-5A78-46B9-FB1D9C87ACAE}"/>
              </a:ext>
            </a:extLst>
          </p:cNvPr>
          <p:cNvSpPr>
            <a:spLocks noGrp="1"/>
          </p:cNvSpPr>
          <p:nvPr>
            <p:ph type="ftr" sz="quarter" idx="3"/>
          </p:nvPr>
        </p:nvSpPr>
        <p:spPr>
          <a:xfrm>
            <a:off x="2807400" y="6648144"/>
            <a:ext cx="6577200" cy="90000"/>
          </a:xfrm>
          <a:prstGeom prst="rect">
            <a:avLst/>
          </a:prstGeom>
        </p:spPr>
        <p:txBody>
          <a:bodyPr vert="horz" lIns="91440" tIns="45720" rIns="91440" bIns="45720" rtlCol="0" anchor="ctr"/>
          <a:lstStyle>
            <a:lvl1pPr algn="ctr">
              <a:defRPr lang="de-DE" sz="800" kern="1200">
                <a:solidFill>
                  <a:schemeClr val="bg1"/>
                </a:solidFill>
                <a:latin typeface="+mn-lt"/>
                <a:ea typeface="+mn-ea"/>
                <a:cs typeface="+mn-cs"/>
              </a:defRPr>
            </a:lvl1pPr>
          </a:lstStyle>
          <a:p>
            <a:r>
              <a:rPr lang="de-DE"/>
              <a:t>G-KO  |  KSU-Klasse: 0.2 – 4 Jahre </a:t>
            </a:r>
          </a:p>
        </p:txBody>
      </p:sp>
    </p:spTree>
    <p:extLst>
      <p:ext uri="{BB962C8B-B14F-4D97-AF65-F5344CB8AC3E}">
        <p14:creationId xmlns:p14="http://schemas.microsoft.com/office/powerpoint/2010/main" val="339971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theme" Target="../theme/theme1.xml"/><Relationship Id="rId51" Type="http://schemas.openxmlformats.org/officeDocument/2006/relationships/tags" Target="../tags/tag2.xml"/><Relationship Id="rId52" Type="http://schemas.openxmlformats.org/officeDocument/2006/relationships/oleObject" Target="../embeddings/oleObject1.bin"/><Relationship Id="rId53" Type="http://schemas.openxmlformats.org/officeDocument/2006/relationships/image" Target="../media/image1.emf"/><Relationship Id="rId5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8" name="Objekt 7" hidden="1"/>
          <p:cNvGraphicFramePr>
            <a:graphicFrameLocks noChangeAspect="1"/>
          </p:cNvGraphicFramePr>
          <p:nvPr userDrawn="1">
            <p:custDataLst>
              <p:tags r:id="rId51"/>
            </p:custDataLst>
            <p:extLst>
              <p:ext uri="{D42A27DB-BD31-4B8C-83A1-F6EECF244321}">
                <p14:modId xmlns:p14="http://schemas.microsoft.com/office/powerpoint/2010/main" val="41986552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2" imgW="353" imgH="353" progId="TCLayout.ActiveDocument.1">
                  <p:embed/>
                </p:oleObj>
              </mc:Choice>
              <mc:Fallback>
                <p:oleObj name="think-cell Folie" r:id="rId52" imgW="353" imgH="353" progId="TCLayout.ActiveDocument.1">
                  <p:embed/>
                  <p:pic>
                    <p:nvPicPr>
                      <p:cNvPr id="8" name="Objekt 7" hidden="1"/>
                      <p:cNvPicPr/>
                      <p:nvPr/>
                    </p:nvPicPr>
                    <p:blipFill>
                      <a:blip r:embed="rId53"/>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idx="1"/>
          </p:nvPr>
        </p:nvSpPr>
        <p:spPr>
          <a:xfrm>
            <a:off x="406400" y="1223172"/>
            <a:ext cx="11380788" cy="5229829"/>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endParaRPr lang="en-US"/>
          </a:p>
        </p:txBody>
      </p:sp>
      <p:cxnSp>
        <p:nvCxnSpPr>
          <p:cNvPr id="81" name="Gerader Verbinder 80">
            <a:extLst>
              <a:ext uri="{FF2B5EF4-FFF2-40B4-BE49-F238E27FC236}">
                <a16:creationId xmlns:a16="http://schemas.microsoft.com/office/drawing/2014/main" id="{FB92854F-F5C8-423C-9CA7-1B9CC02968A2}"/>
              </a:ext>
            </a:extLst>
          </p:cNvPr>
          <p:cNvCxnSpPr/>
          <p:nvPr/>
        </p:nvCxnSpPr>
        <p:spPr>
          <a:xfrm flipH="1">
            <a:off x="-304797" y="6451601"/>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feld 81">
            <a:extLst>
              <a:ext uri="{FF2B5EF4-FFF2-40B4-BE49-F238E27FC236}">
                <a16:creationId xmlns:a16="http://schemas.microsoft.com/office/drawing/2014/main" id="{9FE369FD-C5A3-4E3C-B8BA-D72D8F68AEAA}"/>
              </a:ext>
            </a:extLst>
          </p:cNvPr>
          <p:cNvSpPr txBox="1"/>
          <p:nvPr userDrawn="1"/>
        </p:nvSpPr>
        <p:spPr>
          <a:xfrm>
            <a:off x="-285748" y="6351593"/>
            <a:ext cx="260349" cy="92333"/>
          </a:xfrm>
          <a:prstGeom prst="rect">
            <a:avLst/>
          </a:prstGeom>
          <a:noFill/>
        </p:spPr>
        <p:txBody>
          <a:bodyPr wrap="square" lIns="0" tIns="0" rIns="0" bIns="0" rtlCol="0">
            <a:noAutofit/>
          </a:bodyPr>
          <a:lstStyle/>
          <a:p>
            <a:r>
              <a:rPr lang="de-DE" sz="600"/>
              <a:t>8,40</a:t>
            </a:r>
          </a:p>
        </p:txBody>
      </p:sp>
      <p:cxnSp>
        <p:nvCxnSpPr>
          <p:cNvPr id="83" name="Gerader Verbinder 82">
            <a:extLst>
              <a:ext uri="{FF2B5EF4-FFF2-40B4-BE49-F238E27FC236}">
                <a16:creationId xmlns:a16="http://schemas.microsoft.com/office/drawing/2014/main" id="{F03C6CBF-8E31-4CFA-9EAE-194D27AAC193}"/>
              </a:ext>
            </a:extLst>
          </p:cNvPr>
          <p:cNvCxnSpPr/>
          <p:nvPr/>
        </p:nvCxnSpPr>
        <p:spPr>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Gerader Verbinder 90">
            <a:extLst>
              <a:ext uri="{FF2B5EF4-FFF2-40B4-BE49-F238E27FC236}">
                <a16:creationId xmlns:a16="http://schemas.microsoft.com/office/drawing/2014/main" id="{6FF8DFF4-F002-47DD-829A-25267E472684}"/>
              </a:ext>
            </a:extLst>
          </p:cNvPr>
          <p:cNvCxnSpPr/>
          <p:nvPr/>
        </p:nvCxnSpPr>
        <p:spPr>
          <a:xfrm flipV="1">
            <a:off x="11783219"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92" name="Textfeld 91">
            <a:extLst>
              <a:ext uri="{FF2B5EF4-FFF2-40B4-BE49-F238E27FC236}">
                <a16:creationId xmlns:a16="http://schemas.microsoft.com/office/drawing/2014/main" id="{4A308209-A9A0-4E6C-888B-3BF41391247E}"/>
              </a:ext>
            </a:extLst>
          </p:cNvPr>
          <p:cNvSpPr txBox="1"/>
          <p:nvPr/>
        </p:nvSpPr>
        <p:spPr>
          <a:xfrm>
            <a:off x="11833230" y="-211931"/>
            <a:ext cx="298449" cy="92333"/>
          </a:xfrm>
          <a:prstGeom prst="rect">
            <a:avLst/>
          </a:prstGeom>
          <a:noFill/>
        </p:spPr>
        <p:txBody>
          <a:bodyPr wrap="square" lIns="0" tIns="0" rIns="0" bIns="0" rtlCol="0">
            <a:noAutofit/>
          </a:bodyPr>
          <a:lstStyle/>
          <a:p>
            <a:r>
              <a:rPr lang="de-DE" sz="600"/>
              <a:t>15,81</a:t>
            </a:r>
          </a:p>
        </p:txBody>
      </p:sp>
      <p:cxnSp>
        <p:nvCxnSpPr>
          <p:cNvPr id="102" name="Gerader Verbinder 101">
            <a:extLst>
              <a:ext uri="{FF2B5EF4-FFF2-40B4-BE49-F238E27FC236}">
                <a16:creationId xmlns:a16="http://schemas.microsoft.com/office/drawing/2014/main" id="{C56C104E-9598-4353-A282-2DA15F6EDF65}"/>
              </a:ext>
            </a:extLst>
          </p:cNvPr>
          <p:cNvCxnSpPr/>
          <p:nvPr/>
        </p:nvCxnSpPr>
        <p:spPr>
          <a:xfrm flipH="1">
            <a:off x="-304797" y="148590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103" name="Textfeld 102">
            <a:extLst>
              <a:ext uri="{FF2B5EF4-FFF2-40B4-BE49-F238E27FC236}">
                <a16:creationId xmlns:a16="http://schemas.microsoft.com/office/drawing/2014/main" id="{C44D2080-9535-44EE-B3E8-27D91E7EABBA}"/>
              </a:ext>
            </a:extLst>
          </p:cNvPr>
          <p:cNvSpPr txBox="1"/>
          <p:nvPr userDrawn="1"/>
        </p:nvSpPr>
        <p:spPr>
          <a:xfrm>
            <a:off x="-285748" y="1519245"/>
            <a:ext cx="260349" cy="92333"/>
          </a:xfrm>
          <a:prstGeom prst="rect">
            <a:avLst/>
          </a:prstGeom>
          <a:noFill/>
        </p:spPr>
        <p:txBody>
          <a:bodyPr wrap="square" lIns="0" tIns="0" rIns="0" bIns="0" rtlCol="0">
            <a:noAutofit/>
          </a:bodyPr>
          <a:lstStyle/>
          <a:p>
            <a:r>
              <a:rPr lang="de-DE" sz="600"/>
              <a:t>5,40</a:t>
            </a:r>
          </a:p>
        </p:txBody>
      </p:sp>
      <p:cxnSp>
        <p:nvCxnSpPr>
          <p:cNvPr id="115" name="Gerader Verbinder 114">
            <a:extLst>
              <a:ext uri="{FF2B5EF4-FFF2-40B4-BE49-F238E27FC236}">
                <a16:creationId xmlns:a16="http://schemas.microsoft.com/office/drawing/2014/main" id="{FF93B73E-EA98-42FA-813A-179E13DA82AA}"/>
              </a:ext>
            </a:extLst>
          </p:cNvPr>
          <p:cNvCxnSpPr/>
          <p:nvPr/>
        </p:nvCxnSpPr>
        <p:spPr>
          <a:xfrm flipH="1">
            <a:off x="-304797" y="1223171"/>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116" name="Textfeld 115">
            <a:extLst>
              <a:ext uri="{FF2B5EF4-FFF2-40B4-BE49-F238E27FC236}">
                <a16:creationId xmlns:a16="http://schemas.microsoft.com/office/drawing/2014/main" id="{3D3DF4FC-101E-4F39-B754-7A4A8E53C478}"/>
              </a:ext>
            </a:extLst>
          </p:cNvPr>
          <p:cNvSpPr txBox="1"/>
          <p:nvPr userDrawn="1"/>
        </p:nvSpPr>
        <p:spPr>
          <a:xfrm>
            <a:off x="-285748" y="1256513"/>
            <a:ext cx="260349" cy="92333"/>
          </a:xfrm>
          <a:prstGeom prst="rect">
            <a:avLst/>
          </a:prstGeom>
          <a:noFill/>
        </p:spPr>
        <p:txBody>
          <a:bodyPr wrap="square" lIns="0" tIns="0" rIns="0" bIns="0" rtlCol="0">
            <a:noAutofit/>
          </a:bodyPr>
          <a:lstStyle/>
          <a:p>
            <a:r>
              <a:rPr lang="de-DE" sz="600"/>
              <a:t>6,13</a:t>
            </a:r>
          </a:p>
        </p:txBody>
      </p:sp>
      <p:cxnSp>
        <p:nvCxnSpPr>
          <p:cNvPr id="117" name="Gerader Verbinder 116">
            <a:extLst>
              <a:ext uri="{FF2B5EF4-FFF2-40B4-BE49-F238E27FC236}">
                <a16:creationId xmlns:a16="http://schemas.microsoft.com/office/drawing/2014/main" id="{6204CE75-B3E8-40CF-B208-70D6D83DB1F0}"/>
              </a:ext>
            </a:extLst>
          </p:cNvPr>
          <p:cNvCxnSpPr/>
          <p:nvPr/>
        </p:nvCxnSpPr>
        <p:spPr>
          <a:xfrm flipH="1">
            <a:off x="-304797" y="332656"/>
            <a:ext cx="2222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Gerader Verbinder 118">
            <a:extLst>
              <a:ext uri="{FF2B5EF4-FFF2-40B4-BE49-F238E27FC236}">
                <a16:creationId xmlns:a16="http://schemas.microsoft.com/office/drawing/2014/main" id="{13BD65B4-8341-4966-957B-FDFA1A727DA7}"/>
              </a:ext>
            </a:extLst>
          </p:cNvPr>
          <p:cNvCxnSpPr/>
          <p:nvPr/>
        </p:nvCxnSpPr>
        <p:spPr>
          <a:xfrm flipH="1">
            <a:off x="-304797" y="674211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120" name="Textfeld 119">
            <a:extLst>
              <a:ext uri="{FF2B5EF4-FFF2-40B4-BE49-F238E27FC236}">
                <a16:creationId xmlns:a16="http://schemas.microsoft.com/office/drawing/2014/main" id="{744AC837-3BDB-488E-9A9D-1161731A1CDD}"/>
              </a:ext>
            </a:extLst>
          </p:cNvPr>
          <p:cNvSpPr txBox="1"/>
          <p:nvPr userDrawn="1"/>
        </p:nvSpPr>
        <p:spPr>
          <a:xfrm>
            <a:off x="-285748" y="6775456"/>
            <a:ext cx="260349" cy="92333"/>
          </a:xfrm>
          <a:prstGeom prst="rect">
            <a:avLst/>
          </a:prstGeom>
          <a:noFill/>
        </p:spPr>
        <p:txBody>
          <a:bodyPr wrap="square" lIns="0" tIns="0" rIns="0" bIns="0" rtlCol="0">
            <a:noAutofit/>
          </a:bodyPr>
          <a:lstStyle/>
          <a:p>
            <a:r>
              <a:rPr lang="de-DE" sz="600"/>
              <a:t>9,19</a:t>
            </a:r>
          </a:p>
        </p:txBody>
      </p:sp>
      <p:cxnSp>
        <p:nvCxnSpPr>
          <p:cNvPr id="121" name="Gerader Verbinder 120">
            <a:extLst>
              <a:ext uri="{FF2B5EF4-FFF2-40B4-BE49-F238E27FC236}">
                <a16:creationId xmlns:a16="http://schemas.microsoft.com/office/drawing/2014/main" id="{08F1DC17-628C-441C-9AB8-171337F7E846}"/>
              </a:ext>
            </a:extLst>
          </p:cNvPr>
          <p:cNvCxnSpPr/>
          <p:nvPr/>
        </p:nvCxnSpPr>
        <p:spPr>
          <a:xfrm flipH="1">
            <a:off x="-304797" y="6646863"/>
            <a:ext cx="222249" cy="0"/>
          </a:xfrm>
          <a:prstGeom prst="line">
            <a:avLst/>
          </a:prstGeom>
        </p:spPr>
        <p:style>
          <a:lnRef idx="1">
            <a:schemeClr val="accent1"/>
          </a:lnRef>
          <a:fillRef idx="0">
            <a:schemeClr val="accent1"/>
          </a:fillRef>
          <a:effectRef idx="0">
            <a:schemeClr val="accent1"/>
          </a:effectRef>
          <a:fontRef idx="minor">
            <a:schemeClr val="tx1"/>
          </a:fontRef>
        </p:style>
      </p:cxnSp>
      <p:sp>
        <p:nvSpPr>
          <p:cNvPr id="122" name="Textfeld 121">
            <a:extLst>
              <a:ext uri="{FF2B5EF4-FFF2-40B4-BE49-F238E27FC236}">
                <a16:creationId xmlns:a16="http://schemas.microsoft.com/office/drawing/2014/main" id="{E9680D84-0E3A-4DC5-B33E-2097A384EBA5}"/>
              </a:ext>
            </a:extLst>
          </p:cNvPr>
          <p:cNvSpPr txBox="1"/>
          <p:nvPr userDrawn="1"/>
        </p:nvSpPr>
        <p:spPr>
          <a:xfrm>
            <a:off x="-285748" y="6537331"/>
            <a:ext cx="260349" cy="92333"/>
          </a:xfrm>
          <a:prstGeom prst="rect">
            <a:avLst/>
          </a:prstGeom>
          <a:noFill/>
        </p:spPr>
        <p:txBody>
          <a:bodyPr wrap="square" lIns="0" tIns="0" rIns="0" bIns="0" rtlCol="0">
            <a:noAutofit/>
          </a:bodyPr>
          <a:lstStyle/>
          <a:p>
            <a:r>
              <a:rPr lang="de-DE" sz="600"/>
              <a:t>8,94</a:t>
            </a:r>
          </a:p>
        </p:txBody>
      </p:sp>
      <p:sp>
        <p:nvSpPr>
          <p:cNvPr id="142" name="Textfeld 141">
            <a:extLst>
              <a:ext uri="{FF2B5EF4-FFF2-40B4-BE49-F238E27FC236}">
                <a16:creationId xmlns:a16="http://schemas.microsoft.com/office/drawing/2014/main" id="{9A6F5FFE-7F7D-42F0-9B75-1115F9C258F7}"/>
              </a:ext>
            </a:extLst>
          </p:cNvPr>
          <p:cNvSpPr txBox="1"/>
          <p:nvPr userDrawn="1"/>
        </p:nvSpPr>
        <p:spPr>
          <a:xfrm>
            <a:off x="-285748" y="358057"/>
            <a:ext cx="260349" cy="92333"/>
          </a:xfrm>
          <a:prstGeom prst="rect">
            <a:avLst/>
          </a:prstGeom>
          <a:noFill/>
        </p:spPr>
        <p:txBody>
          <a:bodyPr wrap="square" lIns="0" tIns="0" rIns="0" bIns="0" rtlCol="0">
            <a:noAutofit/>
          </a:bodyPr>
          <a:lstStyle/>
          <a:p>
            <a:r>
              <a:rPr lang="de-DE" sz="600"/>
              <a:t>8,65</a:t>
            </a:r>
          </a:p>
        </p:txBody>
      </p:sp>
      <p:cxnSp>
        <p:nvCxnSpPr>
          <p:cNvPr id="56" name="Gerader Verbinder 55">
            <a:extLst>
              <a:ext uri="{FF2B5EF4-FFF2-40B4-BE49-F238E27FC236}">
                <a16:creationId xmlns:a16="http://schemas.microsoft.com/office/drawing/2014/main" id="{CA9174C0-0633-49AF-94CD-F74D90533C0E}"/>
              </a:ext>
            </a:extLst>
          </p:cNvPr>
          <p:cNvCxnSpPr/>
          <p:nvPr userDrawn="1"/>
        </p:nvCxnSpPr>
        <p:spPr>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sp>
        <p:nvSpPr>
          <p:cNvPr id="113" name="Textfeld 112">
            <a:extLst>
              <a:ext uri="{FF2B5EF4-FFF2-40B4-BE49-F238E27FC236}">
                <a16:creationId xmlns:a16="http://schemas.microsoft.com/office/drawing/2014/main" id="{E93FEA7D-D594-4020-86F7-426D26F38946}"/>
              </a:ext>
            </a:extLst>
          </p:cNvPr>
          <p:cNvSpPr txBox="1"/>
          <p:nvPr userDrawn="1"/>
        </p:nvSpPr>
        <p:spPr>
          <a:xfrm>
            <a:off x="454666" y="-211931"/>
            <a:ext cx="298449" cy="92333"/>
          </a:xfrm>
          <a:prstGeom prst="rect">
            <a:avLst/>
          </a:prstGeom>
          <a:noFill/>
        </p:spPr>
        <p:txBody>
          <a:bodyPr wrap="square" lIns="0" tIns="0" rIns="0" bIns="0" rtlCol="0">
            <a:noAutofit/>
          </a:bodyPr>
          <a:lstStyle/>
          <a:p>
            <a:r>
              <a:rPr lang="de-DE" sz="600"/>
              <a:t>15,81</a:t>
            </a:r>
          </a:p>
        </p:txBody>
      </p:sp>
      <p:sp>
        <p:nvSpPr>
          <p:cNvPr id="7" name="Date Placeholder 3">
            <a:extLst>
              <a:ext uri="{FF2B5EF4-FFF2-40B4-BE49-F238E27FC236}">
                <a16:creationId xmlns:a16="http://schemas.microsoft.com/office/drawing/2014/main" id="{5638D312-F577-5AAB-86D1-A362FA242364}"/>
              </a:ext>
            </a:extLst>
          </p:cNvPr>
          <p:cNvSpPr>
            <a:spLocks noGrp="1"/>
          </p:cNvSpPr>
          <p:nvPr>
            <p:ph type="dt" sz="half" idx="2"/>
          </p:nvPr>
        </p:nvSpPr>
        <p:spPr>
          <a:xfrm>
            <a:off x="406400" y="6648135"/>
            <a:ext cx="789933" cy="90489"/>
          </a:xfrm>
          <a:prstGeom prst="rect">
            <a:avLst/>
          </a:prstGeom>
        </p:spPr>
        <p:txBody>
          <a:bodyPr vert="horz" lIns="0" tIns="0" rIns="0" bIns="0" rtlCol="0" anchor="ctr">
            <a:noAutofit/>
          </a:bodyPr>
          <a:lstStyle>
            <a:lvl1pPr algn="l">
              <a:defRPr sz="800">
                <a:solidFill>
                  <a:schemeClr val="tx1"/>
                </a:solidFill>
              </a:defRPr>
            </a:lvl1pPr>
          </a:lstStyle>
          <a:p>
            <a:r>
              <a:rPr lang="de-DE"/>
              <a:t>12.08.2024</a:t>
            </a:r>
          </a:p>
        </p:txBody>
      </p:sp>
      <p:sp>
        <p:nvSpPr>
          <p:cNvPr id="9" name="Slide Number Placeholder 5">
            <a:extLst>
              <a:ext uri="{FF2B5EF4-FFF2-40B4-BE49-F238E27FC236}">
                <a16:creationId xmlns:a16="http://schemas.microsoft.com/office/drawing/2014/main" id="{9779098B-FB29-B687-9421-A7E05D9BBB05}"/>
              </a:ext>
            </a:extLst>
          </p:cNvPr>
          <p:cNvSpPr>
            <a:spLocks noGrp="1"/>
          </p:cNvSpPr>
          <p:nvPr>
            <p:ph type="sldNum" sz="quarter" idx="4"/>
          </p:nvPr>
        </p:nvSpPr>
        <p:spPr>
          <a:xfrm>
            <a:off x="11491912" y="6647656"/>
            <a:ext cx="295276" cy="90488"/>
          </a:xfrm>
          <a:prstGeom prst="rect">
            <a:avLst/>
          </a:prstGeom>
        </p:spPr>
        <p:txBody>
          <a:bodyPr vert="horz" lIns="0" tIns="0" rIns="0" bIns="0" rtlCol="0" anchor="ctr">
            <a:noAutofit/>
          </a:bodyPr>
          <a:lstStyle>
            <a:lvl1pPr algn="r">
              <a:defRPr sz="800">
                <a:solidFill>
                  <a:schemeClr val="tx1"/>
                </a:solidFill>
              </a:defRPr>
            </a:lvl1pPr>
          </a:lstStyle>
          <a:p>
            <a:fld id="{2EA6AC58-99FC-40D1-8A10-4777F7BB7286}" type="slidenum">
              <a:rPr lang="de-DE" smtClean="0"/>
              <a:pPr/>
              <a:t>‹Nr.›</a:t>
            </a:fld>
            <a:endParaRPr lang="de-DE"/>
          </a:p>
        </p:txBody>
      </p:sp>
      <p:sp>
        <p:nvSpPr>
          <p:cNvPr id="10" name="Fußzeilenplatzhalter 1">
            <a:extLst>
              <a:ext uri="{FF2B5EF4-FFF2-40B4-BE49-F238E27FC236}">
                <a16:creationId xmlns:a16="http://schemas.microsoft.com/office/drawing/2014/main" id="{01D069F6-E85D-A455-BF1D-CB727B6C486C}"/>
              </a:ext>
            </a:extLst>
          </p:cNvPr>
          <p:cNvSpPr>
            <a:spLocks noGrp="1"/>
          </p:cNvSpPr>
          <p:nvPr>
            <p:ph type="ftr" sz="quarter" idx="3"/>
          </p:nvPr>
        </p:nvSpPr>
        <p:spPr>
          <a:xfrm>
            <a:off x="2807400" y="6648379"/>
            <a:ext cx="6577200" cy="90000"/>
          </a:xfrm>
          <a:prstGeom prst="rect">
            <a:avLst/>
          </a:prstGeom>
        </p:spPr>
        <p:txBody>
          <a:bodyPr vert="horz" lIns="91440" tIns="45720" rIns="91440" bIns="45720" rtlCol="0" anchor="ctr"/>
          <a:lstStyle>
            <a:lvl1pPr algn="ctr">
              <a:defRPr lang="de-DE" sz="800" kern="1200">
                <a:solidFill>
                  <a:schemeClr val="tx1"/>
                </a:solidFill>
                <a:latin typeface="+mn-lt"/>
                <a:ea typeface="+mn-ea"/>
                <a:cs typeface="+mn-cs"/>
              </a:defRPr>
            </a:lvl1pPr>
          </a:lstStyle>
          <a:p>
            <a:r>
              <a:rPr lang="de-DE"/>
              <a:t>G  |  KSU-Klasse: 0.2 – 4 Jahre </a:t>
            </a:r>
          </a:p>
        </p:txBody>
      </p:sp>
      <p:sp>
        <p:nvSpPr>
          <p:cNvPr id="13" name="Titel 6">
            <a:extLst>
              <a:ext uri="{FF2B5EF4-FFF2-40B4-BE49-F238E27FC236}">
                <a16:creationId xmlns:a16="http://schemas.microsoft.com/office/drawing/2014/main" id="{44E4EC52-F8FB-8432-DC88-F3E356208314}"/>
              </a:ext>
            </a:extLst>
          </p:cNvPr>
          <p:cNvSpPr txBox="1">
            <a:spLocks/>
          </p:cNvSpPr>
          <p:nvPr userDrawn="1"/>
        </p:nvSpPr>
        <p:spPr>
          <a:xfrm>
            <a:off x="406401" y="408271"/>
            <a:ext cx="7315862" cy="269848"/>
          </a:xfrm>
          <a:prstGeom prst="rect">
            <a:avLst/>
          </a:prstGeom>
        </p:spPr>
        <p:txBody>
          <a:bodyPr vert="horz" lIns="0" tIns="0" rIns="0" bIns="0" rtlCol="0" anchor="ctr">
            <a:noAutofit/>
          </a:bodyPr>
          <a:lstStyle>
            <a:lvl1pPr algn="l" defTabSz="914377" rtl="0" eaLnBrk="1" latinLnBrk="0" hangingPunct="1">
              <a:lnSpc>
                <a:spcPct val="100000"/>
              </a:lnSpc>
              <a:spcBef>
                <a:spcPct val="0"/>
              </a:spcBef>
              <a:buNone/>
              <a:defRPr sz="1800" b="1" kern="1200">
                <a:solidFill>
                  <a:schemeClr val="accent5"/>
                </a:solidFill>
                <a:latin typeface="+mj-lt"/>
                <a:ea typeface="+mj-ea"/>
                <a:cs typeface="+mj-cs"/>
              </a:defRPr>
            </a:lvl1pPr>
          </a:lstStyle>
          <a:p>
            <a:r>
              <a:rPr lang="de-DE" sz="1000" b="0" i="0" spc="300">
                <a:solidFill>
                  <a:schemeClr val="accent4"/>
                </a:solidFill>
                <a:latin typeface="VWAG TheSans" panose="020B0502050302020203" pitchFamily="34" charset="0"/>
              </a:rPr>
              <a:t>VOLKSWAGEN INFOTAINMENT </a:t>
            </a:r>
            <a:r>
              <a:rPr lang="de-DE" sz="1000" b="0" i="0" spc="300" baseline="0">
                <a:solidFill>
                  <a:schemeClr val="accent4"/>
                </a:solidFill>
                <a:latin typeface="VWAG TheSans" panose="020B0502050302020203" pitchFamily="34" charset="0"/>
              </a:rPr>
              <a:t>GMBH</a:t>
            </a:r>
            <a:endParaRPr lang="de-DE" sz="1000" b="0" i="0" spc="300">
              <a:solidFill>
                <a:schemeClr val="accent4"/>
              </a:solidFill>
              <a:latin typeface="VWAG TheSans" panose="020B0502050302020203" pitchFamily="34" charset="0"/>
            </a:endParaRPr>
          </a:p>
        </p:txBody>
      </p:sp>
      <p:pic>
        <p:nvPicPr>
          <p:cNvPr id="2" name="Grafik 1" descr="Ein Bild, das Text, Schrift, Screenshot, Grafiken enthält.&#10;&#10;Automatisch generierte Beschreibung">
            <a:extLst>
              <a:ext uri="{FF2B5EF4-FFF2-40B4-BE49-F238E27FC236}">
                <a16:creationId xmlns:a16="http://schemas.microsoft.com/office/drawing/2014/main" id="{B0B91630-92C2-1778-3CA0-7C079315C3B9}"/>
              </a:ext>
            </a:extLst>
          </p:cNvPr>
          <p:cNvPicPr>
            <a:picLocks noChangeAspect="1"/>
          </p:cNvPicPr>
          <p:nvPr userDrawn="1"/>
        </p:nvPicPr>
        <p:blipFill>
          <a:blip r:embed="rId54">
            <a:extLst>
              <a:ext uri="{28A0092B-C50C-407E-A947-70E740481C1C}">
                <a14:useLocalDpi xmlns:a14="http://schemas.microsoft.com/office/drawing/2010/main" val="0"/>
              </a:ext>
            </a:extLst>
          </a:blip>
          <a:stretch>
            <a:fillRect/>
          </a:stretch>
        </p:blipFill>
        <p:spPr>
          <a:xfrm>
            <a:off x="10091913" y="-713"/>
            <a:ext cx="1695274" cy="666714"/>
          </a:xfrm>
          <a:prstGeom prst="rect">
            <a:avLst/>
          </a:prstGeom>
        </p:spPr>
      </p:pic>
    </p:spTree>
    <p:extLst>
      <p:ext uri="{BB962C8B-B14F-4D97-AF65-F5344CB8AC3E}">
        <p14:creationId xmlns:p14="http://schemas.microsoft.com/office/powerpoint/2010/main" val="1815523695"/>
      </p:ext>
    </p:extLst>
  </p:cSld>
  <p:clrMap bg1="lt1" tx1="dk1" bg2="lt2" tx2="dk2" accent1="accent1" accent2="accent2" accent3="accent3" accent4="accent4" accent5="accent5" accent6="accent6" hlink="hlink" folHlink="folHlink"/>
  <p:sldLayoutIdLst>
    <p:sldLayoutId id="2147483821" r:id="rId1"/>
    <p:sldLayoutId id="2147483893" r:id="rId2"/>
    <p:sldLayoutId id="2147483894" r:id="rId3"/>
    <p:sldLayoutId id="2147483895"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98" r:id="rId15"/>
    <p:sldLayoutId id="2147483861" r:id="rId16"/>
    <p:sldLayoutId id="2147483862" r:id="rId17"/>
    <p:sldLayoutId id="2147483863" r:id="rId18"/>
    <p:sldLayoutId id="2147483864" r:id="rId19"/>
    <p:sldLayoutId id="2147483865" r:id="rId20"/>
    <p:sldLayoutId id="2147483866" r:id="rId21"/>
    <p:sldLayoutId id="2147483867" r:id="rId22"/>
    <p:sldLayoutId id="2147483868" r:id="rId23"/>
    <p:sldLayoutId id="2147483869" r:id="rId24"/>
    <p:sldLayoutId id="2147483870" r:id="rId25"/>
    <p:sldLayoutId id="2147483871" r:id="rId26"/>
    <p:sldLayoutId id="2147483872" r:id="rId27"/>
    <p:sldLayoutId id="2147483873" r:id="rId28"/>
    <p:sldLayoutId id="2147483874" r:id="rId29"/>
    <p:sldLayoutId id="2147483875" r:id="rId30"/>
    <p:sldLayoutId id="2147483876" r:id="rId31"/>
    <p:sldLayoutId id="2147483877" r:id="rId32"/>
    <p:sldLayoutId id="2147483878" r:id="rId33"/>
    <p:sldLayoutId id="2147483879" r:id="rId34"/>
    <p:sldLayoutId id="2147483880" r:id="rId35"/>
    <p:sldLayoutId id="2147483881" r:id="rId36"/>
    <p:sldLayoutId id="2147483882" r:id="rId37"/>
    <p:sldLayoutId id="2147483896" r:id="rId38"/>
    <p:sldLayoutId id="2147483883" r:id="rId39"/>
    <p:sldLayoutId id="2147483897" r:id="rId40"/>
    <p:sldLayoutId id="2147483884" r:id="rId41"/>
    <p:sldLayoutId id="2147483885" r:id="rId42"/>
    <p:sldLayoutId id="2147483886" r:id="rId43"/>
    <p:sldLayoutId id="2147483887" r:id="rId44"/>
    <p:sldLayoutId id="2147483888" r:id="rId45"/>
    <p:sldLayoutId id="2147483889" r:id="rId46"/>
    <p:sldLayoutId id="2147483890" r:id="rId47"/>
    <p:sldLayoutId id="2147483891" r:id="rId48"/>
    <p:sldLayoutId id="2147483892" r:id="rId49"/>
  </p:sldLayoutIdLst>
  <p:hf hdr="0"/>
  <p:txStyles>
    <p:title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p:titleStyle>
    <p:body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625475" indent="-180975"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898525" indent="-182563"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162050" indent="-17303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433513" indent="-180975"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04975" indent="-180975"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19764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239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pos="3840" userDrawn="1">
          <p15:clr>
            <a:srgbClr val="F26B43"/>
          </p15:clr>
        </p15:guide>
        <p15:guide id="15" pos="7425" userDrawn="1">
          <p15:clr>
            <a:srgbClr val="F26B43"/>
          </p15:clr>
        </p15:guide>
        <p15:guide id="16" orient="horz" pos="4064" userDrawn="1">
          <p15:clr>
            <a:srgbClr val="F26B43"/>
          </p15:clr>
        </p15:guide>
        <p15:guide id="17" pos="255" userDrawn="1">
          <p15:clr>
            <a:srgbClr val="F26B43"/>
          </p15:clr>
        </p15:guide>
        <p15:guide id="18" orient="horz" pos="936" userDrawn="1">
          <p15:clr>
            <a:srgbClr val="F26B43"/>
          </p15:clr>
        </p15:guide>
        <p15:guide id="19" orient="horz" pos="770" userDrawn="1">
          <p15:clr>
            <a:srgbClr val="F26B43"/>
          </p15:clr>
        </p15:guide>
        <p15:guide id="20" orient="horz" pos="255" userDrawn="1">
          <p15:clr>
            <a:srgbClr val="F26B43"/>
          </p15:clr>
        </p15:guide>
        <p15:guide id="21" orient="horz" pos="4187" userDrawn="1">
          <p15:clr>
            <a:srgbClr val="F26B43"/>
          </p15:clr>
        </p15:guide>
        <p15:guide id="22" orient="horz" pos="424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r>
              <a:t>Nachgang GF-Termin: Entscheidungen und offene Punkte</a:t>
            </a:r>
          </a:p>
        </p:txBody>
      </p:sp>
      <p:sp>
        <p:nvSpPr>
          <p:cNvPr id="3" name="TextBox 2"/>
          <p:cNvSpPr txBox="1"/>
          <p:nvPr/>
        </p:nvSpPr>
        <p:spPr>
          <a:xfrm>
            <a:off x="411480" y="1234440"/>
            <a:ext cx="5486400" cy="365760"/>
          </a:xfrm>
          <a:prstGeom prst="rect">
            <a:avLst/>
          </a:prstGeom>
          <a:noFill/>
        </p:spPr>
        <p:txBody>
          <a:bodyPr wrap="square" anchor="t" lIns="73152" rIns="73152" tIns="73152" bIns="73152">
            <a:spAutoFit/>
          </a:bodyPr>
          <a:lstStyle/>
          <a:p>
            <a:pPr algn="l">
              <a:spcAft>
                <a:spcPts val="600"/>
              </a:spcAft>
            </a:pPr>
            <a:r>
              <a:rPr sz="1800" b="1" i="0">
                <a:solidFill>
                  <a:srgbClr val="004666"/>
                </a:solidFill>
              </a:rPr>
              <a:t>Beschlossen</a:t>
            </a:r>
          </a:p>
        </p:txBody>
      </p:sp>
      <p:sp>
        <p:nvSpPr>
          <p:cNvPr id="4" name="Rectangle 3"/>
          <p:cNvSpPr/>
          <p:nvPr/>
        </p:nvSpPr>
        <p:spPr>
          <a:xfrm>
            <a:off x="411480" y="1691640"/>
            <a:ext cx="5486400" cy="1097280"/>
          </a:xfrm>
          <a:prstGeom prst="rect">
            <a:avLst/>
          </a:prstGeom>
          <a:solidFill>
            <a:srgbClr val="E3F0D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spcAft>
                <a:spcPts val="600"/>
              </a:spcAft>
            </a:pPr>
            <a:r>
              <a:rPr sz="1500" b="1" i="0">
                <a:solidFill>
                  <a:srgbClr val="3E6E2A"/>
                </a:solidFill>
              </a:rPr>
              <a:t>Kündigung von drei Lernplattformen</a:t>
            </a:r>
          </a:p>
          <a:p>
            <a:pPr algn="l">
              <a:spcAft>
                <a:spcPts val="600"/>
              </a:spcAft>
            </a:pPr>
            <a:r>
              <a:rPr sz="1300" b="0" i="0">
                <a:solidFill>
                  <a:srgbClr val="222222"/>
                </a:solidFill>
              </a:rPr>
              <a:t>LinkedIn Learning (31.12.2027), Udemy (30.06.2027), Pinktum (31.10.2027). Beschaffung prüft einen früheren Ausstieg.</a:t>
            </a:r>
          </a:p>
        </p:txBody>
      </p:sp>
      <p:sp>
        <p:nvSpPr>
          <p:cNvPr id="5" name="Rectangle 4"/>
          <p:cNvSpPr/>
          <p:nvPr/>
        </p:nvSpPr>
        <p:spPr>
          <a:xfrm>
            <a:off x="411480" y="2971800"/>
            <a:ext cx="5486400" cy="1097280"/>
          </a:xfrm>
          <a:prstGeom prst="rect">
            <a:avLst/>
          </a:prstGeom>
          <a:solidFill>
            <a:srgbClr val="E3F0D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spcAft>
                <a:spcPts val="600"/>
              </a:spcAft>
            </a:pPr>
            <a:r>
              <a:rPr sz="1500" b="1" i="0">
                <a:solidFill>
                  <a:srgbClr val="3E6E2A"/>
                </a:solidFill>
              </a:rPr>
              <a:t>Rust-Schulung über Cariad</a:t>
            </a:r>
          </a:p>
          <a:p>
            <a:pPr algn="l">
              <a:spcAft>
                <a:spcPts val="600"/>
              </a:spcAft>
            </a:pPr>
            <a:r>
              <a:rPr sz="1300" b="0" i="0">
                <a:solidFill>
                  <a:srgbClr val="222222"/>
                </a:solidFill>
              </a:rPr>
              <a:t>Zweitägige Schulung, Kosten rund 16 T€ (XXX bestätigen). Freigabe durch Johannes in der Sitzung (Business-relevant).</a:t>
            </a:r>
          </a:p>
        </p:txBody>
      </p:sp>
      <p:sp>
        <p:nvSpPr>
          <p:cNvPr id="6" name="TextBox 5"/>
          <p:cNvSpPr txBox="1"/>
          <p:nvPr/>
        </p:nvSpPr>
        <p:spPr>
          <a:xfrm>
            <a:off x="411480" y="4297680"/>
            <a:ext cx="5486400" cy="822960"/>
          </a:xfrm>
          <a:prstGeom prst="rect">
            <a:avLst/>
          </a:prstGeom>
          <a:noFill/>
        </p:spPr>
        <p:txBody>
          <a:bodyPr wrap="square" anchor="t" lIns="73152" rIns="73152" tIns="73152" bIns="73152">
            <a:spAutoFit/>
          </a:bodyPr>
          <a:lstStyle/>
          <a:p>
            <a:pPr algn="l">
              <a:spcAft>
                <a:spcPts val="600"/>
              </a:spcAft>
            </a:pPr>
            <a:r>
              <a:rPr sz="1400" b="1" i="0">
                <a:solidFill>
                  <a:srgbClr val="4C5356"/>
                </a:solidFill>
              </a:rPr>
              <a:t>Leitlinie GF: </a:t>
            </a:r>
            <a:r>
              <a:rPr sz="1400" b="0" i="1">
                <a:solidFill>
                  <a:srgbClr val="4C5356"/>
                </a:solidFill>
              </a:rPr>
              <a:t>Alles kündigen bzw. einsparen, was geht. Alles, was fürs Business nützlich ist, machen.</a:t>
            </a:r>
          </a:p>
        </p:txBody>
      </p:sp>
      <p:sp>
        <p:nvSpPr>
          <p:cNvPr id="7" name="TextBox 6"/>
          <p:cNvSpPr txBox="1"/>
          <p:nvPr/>
        </p:nvSpPr>
        <p:spPr>
          <a:xfrm>
            <a:off x="6309360" y="1234440"/>
            <a:ext cx="5486400" cy="365760"/>
          </a:xfrm>
          <a:prstGeom prst="rect">
            <a:avLst/>
          </a:prstGeom>
          <a:noFill/>
        </p:spPr>
        <p:txBody>
          <a:bodyPr wrap="square" anchor="t" lIns="73152" rIns="73152" tIns="73152" bIns="73152">
            <a:spAutoFit/>
          </a:bodyPr>
          <a:lstStyle/>
          <a:p>
            <a:pPr algn="l">
              <a:spcAft>
                <a:spcPts val="600"/>
              </a:spcAft>
            </a:pPr>
            <a:r>
              <a:rPr sz="1800" b="1" i="0">
                <a:solidFill>
                  <a:srgbClr val="004666"/>
                </a:solidFill>
              </a:rPr>
              <a:t>Nachgereicht</a:t>
            </a:r>
          </a:p>
        </p:txBody>
      </p:sp>
      <p:sp>
        <p:nvSpPr>
          <p:cNvPr id="8" name="Rectangle 7"/>
          <p:cNvSpPr/>
          <p:nvPr/>
        </p:nvSpPr>
        <p:spPr>
          <a:xfrm>
            <a:off x="6309360" y="1691640"/>
            <a:ext cx="5486400" cy="914400"/>
          </a:xfrm>
          <a:prstGeom prst="rect">
            <a:avLst/>
          </a:prstGeom>
          <a:solidFill>
            <a:srgbClr val="E8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1993392"/>
            <a:ext cx="310896" cy="310896"/>
          </a:xfrm>
          <a:prstGeom prst="ellipse">
            <a:avLst/>
          </a:prstGeom>
          <a:solidFill>
            <a:srgbClr val="64A8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1764792"/>
            <a:ext cx="4800600" cy="777240"/>
          </a:xfrm>
          <a:prstGeom prst="rect">
            <a:avLst/>
          </a:prstGeom>
          <a:noFill/>
        </p:spPr>
        <p:txBody>
          <a:bodyPr wrap="square" anchor="ctr" lIns="73152" rIns="73152" tIns="73152" bIns="73152">
            <a:spAutoFit/>
          </a:bodyPr>
          <a:lstStyle/>
          <a:p>
            <a:pPr algn="l">
              <a:spcAft>
                <a:spcPts val="600"/>
              </a:spcAft>
            </a:pPr>
            <a:r>
              <a:rPr sz="1400" b="1" i="0">
                <a:solidFill>
                  <a:srgbClr val="222222"/>
                </a:solidFill>
              </a:rPr>
              <a:t>1  Degreed: Kosten, Studis, Rechtsgrundlage</a:t>
            </a:r>
          </a:p>
          <a:p>
            <a:pPr algn="l">
              <a:spcAft>
                <a:spcPts val="600"/>
              </a:spcAft>
            </a:pPr>
            <a:r>
              <a:rPr sz="1300" b="0" i="0">
                <a:solidFill>
                  <a:srgbClr val="4C5356"/>
                </a:solidFill>
              </a:rPr>
              <a:t>beantwortet, Entscheidung offen</a:t>
            </a:r>
          </a:p>
        </p:txBody>
      </p:sp>
      <p:sp>
        <p:nvSpPr>
          <p:cNvPr id="11" name="Rectangle 10"/>
          <p:cNvSpPr/>
          <p:nvPr/>
        </p:nvSpPr>
        <p:spPr>
          <a:xfrm>
            <a:off x="6309360" y="2743200"/>
            <a:ext cx="5486400" cy="914400"/>
          </a:xfrm>
          <a:prstGeom prst="rect">
            <a:avLst/>
          </a:prstGeom>
          <a:solidFill>
            <a:srgbClr val="E8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044952"/>
            <a:ext cx="310896" cy="310896"/>
          </a:xfrm>
          <a:prstGeom prst="ellipse">
            <a:avLst/>
          </a:prstGeom>
          <a:solidFill>
            <a:srgbClr val="FCD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2816352"/>
            <a:ext cx="4800600" cy="777240"/>
          </a:xfrm>
          <a:prstGeom prst="rect">
            <a:avLst/>
          </a:prstGeom>
          <a:noFill/>
        </p:spPr>
        <p:txBody>
          <a:bodyPr wrap="square" anchor="ctr" lIns="73152" rIns="73152" tIns="73152" bIns="73152">
            <a:spAutoFit/>
          </a:bodyPr>
          <a:lstStyle/>
          <a:p>
            <a:pPr algn="l">
              <a:spcAft>
                <a:spcPts val="600"/>
              </a:spcAft>
            </a:pPr>
            <a:r>
              <a:rPr sz="1400" b="1" i="0">
                <a:solidFill>
                  <a:srgbClr val="222222"/>
                </a:solidFill>
              </a:rPr>
              <a:t>2  Cariad: Einschränkungen für Studis (Ingrid)</a:t>
            </a:r>
          </a:p>
          <a:p>
            <a:pPr algn="l">
              <a:spcAft>
                <a:spcPts val="600"/>
              </a:spcAft>
            </a:pPr>
            <a:r>
              <a:rPr sz="1300" b="0" i="0">
                <a:solidFill>
                  <a:srgbClr val="4C5356"/>
                </a:solidFill>
              </a:rPr>
              <a:t>teilweise, Rückmeldung offen</a:t>
            </a:r>
          </a:p>
        </p:txBody>
      </p:sp>
      <p:sp>
        <p:nvSpPr>
          <p:cNvPr id="14" name="Rectangle 13"/>
          <p:cNvSpPr/>
          <p:nvPr/>
        </p:nvSpPr>
        <p:spPr>
          <a:xfrm>
            <a:off x="6309360" y="3794760"/>
            <a:ext cx="5486400" cy="914400"/>
          </a:xfrm>
          <a:prstGeom prst="rect">
            <a:avLst/>
          </a:prstGeom>
          <a:solidFill>
            <a:srgbClr val="E8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46520" y="4096512"/>
            <a:ext cx="310896" cy="310896"/>
          </a:xfrm>
          <a:prstGeom prst="ellipse">
            <a:avLst/>
          </a:prstGeom>
          <a:solidFill>
            <a:srgbClr val="A21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03720" y="3867912"/>
            <a:ext cx="4800600" cy="777240"/>
          </a:xfrm>
          <a:prstGeom prst="rect">
            <a:avLst/>
          </a:prstGeom>
          <a:noFill/>
        </p:spPr>
        <p:txBody>
          <a:bodyPr wrap="square" anchor="ctr" lIns="73152" rIns="73152" tIns="73152" bIns="73152">
            <a:spAutoFit/>
          </a:bodyPr>
          <a:lstStyle/>
          <a:p>
            <a:pPr algn="l">
              <a:spcAft>
                <a:spcPts val="600"/>
              </a:spcAft>
            </a:pPr>
            <a:r>
              <a:rPr sz="1400" b="1" i="0">
                <a:solidFill>
                  <a:srgbClr val="222222"/>
                </a:solidFill>
              </a:rPr>
              <a:t>3  Externe Weiterbildungen: Zusammensetzung</a:t>
            </a:r>
          </a:p>
          <a:p>
            <a:pPr algn="l">
              <a:spcAft>
                <a:spcPts val="600"/>
              </a:spcAft>
            </a:pPr>
            <a:r>
              <a:rPr sz="1300" b="0" i="0">
                <a:solidFill>
                  <a:srgbClr val="4C5356"/>
                </a:solidFill>
              </a:rPr>
              <a:t>nur teilweise möglich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r>
              <a:t>Degreed 2027: 285 T€ sind die Obergrenze</a:t>
            </a:r>
          </a:p>
        </p:txBody>
      </p:sp>
      <p:graphicFrame>
        <p:nvGraphicFramePr>
          <p:cNvPr id="3" name="Chart 2"/>
          <p:cNvGraphicFramePr>
            <a:graphicFrameLocks noGrp="1"/>
          </p:cNvGraphicFramePr>
          <p:nvPr/>
        </p:nvGraphicFramePr>
        <p:xfrm>
          <a:off x="411480" y="1280160"/>
          <a:ext cx="4754880" cy="4023360"/>
        </p:xfrm>
        <a:graphic>
          <a:graphicData uri="http://schemas.openxmlformats.org/drawingml/2006/chart">
            <c:chart xmlns:c="http://schemas.openxmlformats.org/drawingml/2006/chart" r:id="rId3"/>
          </a:graphicData>
        </a:graphic>
      </p:graphicFrame>
      <p:sp>
        <p:nvSpPr>
          <p:cNvPr id="4" name="TextBox 3"/>
          <p:cNvSpPr txBox="1"/>
          <p:nvPr/>
        </p:nvSpPr>
        <p:spPr>
          <a:xfrm>
            <a:off x="5577840" y="1280160"/>
            <a:ext cx="6217920" cy="365760"/>
          </a:xfrm>
          <a:prstGeom prst="rect">
            <a:avLst/>
          </a:prstGeom>
          <a:noFill/>
        </p:spPr>
        <p:txBody>
          <a:bodyPr wrap="square" anchor="t" lIns="73152" rIns="73152" tIns="73152" bIns="73152">
            <a:spAutoFit/>
          </a:bodyPr>
          <a:lstStyle/>
          <a:p>
            <a:pPr algn="l">
              <a:spcAft>
                <a:spcPts val="600"/>
              </a:spcAft>
            </a:pPr>
            <a:r>
              <a:rPr sz="1600" b="1" i="0">
                <a:solidFill>
                  <a:srgbClr val="004666"/>
                </a:solidFill>
              </a:rPr>
              <a:t>Zusammensetzung der Planannahme (Fußnote)</a:t>
            </a:r>
          </a:p>
        </p:txBody>
      </p:sp>
      <p:graphicFrame>
        <p:nvGraphicFramePr>
          <p:cNvPr id="5" name="Table 4"/>
          <p:cNvGraphicFramePr>
            <a:graphicFrameLocks noGrp="1"/>
          </p:cNvGraphicFramePr>
          <p:nvPr/>
        </p:nvGraphicFramePr>
        <p:xfrm>
          <a:off x="5577840" y="1737360"/>
          <a:ext cx="6217920" cy="1920240"/>
        </p:xfrm>
        <a:graphic>
          <a:graphicData uri="http://schemas.openxmlformats.org/drawingml/2006/table">
            <a:tbl>
              <a:tblPr firstRow="1" bandRow="1">
                <a:tableStyleId>{5C22544A-7EE6-4342-B048-85BDC9FD1C3A}</a:tableStyleId>
              </a:tblPr>
              <a:tblGrid>
                <a:gridCol w="3291840"/>
                <a:gridCol w="1280160"/>
                <a:gridCol w="1645920"/>
              </a:tblGrid>
              <a:tr h="384048">
                <a:tc>
                  <a:txBody>
                    <a:bodyPr/>
                    <a:lstStyle/>
                    <a:p>
                      <a:r>
                        <a:rPr sz="1300" b="1"/>
                        <a:t>Gruppe (Stand 10/2026)</a:t>
                      </a:r>
                    </a:p>
                  </a:txBody>
                  <a:tcPr anchor="ctr" marL="73152" marR="73152" marT="27432" marB="27432"/>
                </a:tc>
                <a:tc>
                  <a:txBody>
                    <a:bodyPr/>
                    <a:lstStyle/>
                    <a:p>
                      <a:r>
                        <a:rPr sz="1300" b="1"/>
                        <a:t>Anzahl</a:t>
                      </a:r>
                    </a:p>
                  </a:txBody>
                  <a:tcPr anchor="ctr" marL="73152" marR="73152" marT="27432" marB="27432"/>
                </a:tc>
                <a:tc>
                  <a:txBody>
                    <a:bodyPr/>
                    <a:lstStyle/>
                    <a:p>
                      <a:r>
                        <a:rPr sz="1300" b="1"/>
                        <a:t>Kosten 2027</a:t>
                      </a:r>
                    </a:p>
                  </a:txBody>
                  <a:tcPr anchor="ctr" marL="73152" marR="73152" marT="27432" marB="27432"/>
                </a:tc>
              </a:tr>
              <a:tr h="384048">
                <a:tc>
                  <a:txBody>
                    <a:bodyPr/>
                    <a:lstStyle/>
                    <a:p>
                      <a:r>
                        <a:rPr sz="1300"/>
                        <a:t>Aktive MA inkl. GF</a:t>
                      </a:r>
                    </a:p>
                  </a:txBody>
                  <a:tcPr anchor="ctr" marL="73152" marR="73152" marT="27432" marB="27432"/>
                </a:tc>
                <a:tc>
                  <a:txBody>
                    <a:bodyPr/>
                    <a:lstStyle/>
                    <a:p>
                      <a:pPr algn="r"/>
                      <a:r>
                        <a:rPr sz="1300"/>
                        <a:t>1.019</a:t>
                      </a:r>
                    </a:p>
                  </a:txBody>
                  <a:tcPr anchor="ctr" marL="73152" marR="73152" marT="27432" marB="27432"/>
                </a:tc>
                <a:tc>
                  <a:txBody>
                    <a:bodyPr/>
                    <a:lstStyle/>
                    <a:p>
                      <a:pPr algn="r"/>
                      <a:r>
                        <a:rPr sz="1300"/>
                        <a:t>255.066 €</a:t>
                      </a:r>
                    </a:p>
                  </a:txBody>
                  <a:tcPr anchor="ctr" marL="73152" marR="73152" marT="27432" marB="27432"/>
                </a:tc>
              </a:tr>
              <a:tr h="384048">
                <a:tc>
                  <a:txBody>
                    <a:bodyPr/>
                    <a:lstStyle/>
                    <a:p>
                      <a:r>
                        <a:rPr sz="1300"/>
                        <a:t>Azubis</a:t>
                      </a:r>
                    </a:p>
                  </a:txBody>
                  <a:tcPr anchor="ctr" marL="73152" marR="73152" marT="27432" marB="27432"/>
                </a:tc>
                <a:tc>
                  <a:txBody>
                    <a:bodyPr/>
                    <a:lstStyle/>
                    <a:p>
                      <a:pPr algn="r"/>
                      <a:r>
                        <a:rPr sz="1300"/>
                        <a:t>14</a:t>
                      </a:r>
                    </a:p>
                  </a:txBody>
                  <a:tcPr anchor="ctr" marL="73152" marR="73152" marT="27432" marB="27432"/>
                </a:tc>
                <a:tc>
                  <a:txBody>
                    <a:bodyPr/>
                    <a:lstStyle/>
                    <a:p>
                      <a:pPr algn="r"/>
                      <a:r>
                        <a:rPr sz="1300"/>
                        <a:t>3.504 €</a:t>
                      </a:r>
                    </a:p>
                  </a:txBody>
                  <a:tcPr anchor="ctr" marL="73152" marR="73152" marT="27432" marB="27432"/>
                </a:tc>
              </a:tr>
              <a:tr h="384048">
                <a:tc>
                  <a:txBody>
                    <a:bodyPr/>
                    <a:lstStyle/>
                    <a:p>
                      <a:r>
                        <a:rPr sz="1300"/>
                        <a:t>Studis</a:t>
                      </a:r>
                    </a:p>
                  </a:txBody>
                  <a:tcPr anchor="ctr" marL="73152" marR="73152" marT="27432" marB="27432"/>
                </a:tc>
                <a:tc>
                  <a:txBody>
                    <a:bodyPr/>
                    <a:lstStyle/>
                    <a:p>
                      <a:pPr algn="r"/>
                      <a:r>
                        <a:rPr sz="1300"/>
                        <a:t>133</a:t>
                      </a:r>
                    </a:p>
                  </a:txBody>
                  <a:tcPr anchor="ctr" marL="73152" marR="73152" marT="27432" marB="27432"/>
                </a:tc>
                <a:tc>
                  <a:txBody>
                    <a:bodyPr/>
                    <a:lstStyle/>
                    <a:p>
                      <a:pPr algn="r"/>
                      <a:r>
                        <a:rPr sz="1300"/>
                        <a:t>33.291 €</a:t>
                      </a:r>
                    </a:p>
                  </a:txBody>
                  <a:tcPr anchor="ctr" marL="73152" marR="73152" marT="27432" marB="27432"/>
                </a:tc>
              </a:tr>
              <a:tr h="384048">
                <a:tc>
                  <a:txBody>
                    <a:bodyPr/>
                    <a:lstStyle/>
                    <a:p>
                      <a:r>
                        <a:rPr sz="1300" b="1"/>
                        <a:t>Summe</a:t>
                      </a:r>
                    </a:p>
                  </a:txBody>
                  <a:tcPr anchor="ctr" marL="73152" marR="73152" marT="27432" marB="27432"/>
                </a:tc>
                <a:tc>
                  <a:txBody>
                    <a:bodyPr/>
                    <a:lstStyle/>
                    <a:p>
                      <a:pPr algn="r"/>
                      <a:r>
                        <a:rPr sz="1300" b="1"/>
                        <a:t>1.166</a:t>
                      </a:r>
                    </a:p>
                  </a:txBody>
                  <a:tcPr anchor="ctr" marL="73152" marR="73152" marT="27432" marB="27432"/>
                </a:tc>
                <a:tc>
                  <a:txBody>
                    <a:bodyPr/>
                    <a:lstStyle/>
                    <a:p>
                      <a:pPr algn="r"/>
                      <a:r>
                        <a:rPr sz="1300" b="1"/>
                        <a:t>291.861 €</a:t>
                      </a:r>
                    </a:p>
                  </a:txBody>
                  <a:tcPr anchor="ctr" marL="73152" marR="73152" marT="27432" marB="27432"/>
                </a:tc>
              </a:tr>
            </a:tbl>
          </a:graphicData>
        </a:graphic>
      </p:graphicFrame>
      <p:sp>
        <p:nvSpPr>
          <p:cNvPr id="6" name="TextBox 5"/>
          <p:cNvSpPr txBox="1"/>
          <p:nvPr/>
        </p:nvSpPr>
        <p:spPr>
          <a:xfrm>
            <a:off x="5577840" y="3794760"/>
            <a:ext cx="6217920" cy="1737360"/>
          </a:xfrm>
          <a:prstGeom prst="rect">
            <a:avLst/>
          </a:prstGeom>
          <a:noFill/>
        </p:spPr>
        <p:txBody>
          <a:bodyPr wrap="square" anchor="t" lIns="73152" rIns="73152" tIns="73152" bIns="73152">
            <a:spAutoFit/>
          </a:bodyPr>
          <a:lstStyle/>
          <a:p>
            <a:pPr algn="l">
              <a:spcAft>
                <a:spcPts val="600"/>
              </a:spcAft>
            </a:pPr>
            <a:r>
              <a:rPr sz="1300" b="1" i="0">
                <a:solidFill>
                  <a:srgbClr val="222222"/>
                </a:solidFill>
              </a:rPr>
              <a:t>Fußnotenvorschlag: </a:t>
            </a:r>
            <a:r>
              <a:rPr sz="1300" b="0" i="0">
                <a:solidFill>
                  <a:srgbClr val="222222"/>
                </a:solidFill>
              </a:rPr>
              <a:t>„Planannahme: Lizenz für alle intern beschäftigten aktiven MA inkl. GF, Azubis und Studis (Stand 10/2026). Abrechnung nach aktiv genutzten Lizenzen; Preis 2027 in Verhandlung.“</a:t>
            </a:r>
          </a:p>
          <a:p>
            <a:pPr algn="l">
              <a:spcAft>
                <a:spcPts val="600"/>
              </a:spcAft>
            </a:pPr>
            <a:r>
              <a:rPr sz="1300" b="1" i="0">
                <a:solidFill>
                  <a:srgbClr val="A21E4D"/>
                </a:solidFill>
              </a:rPr>
              <a:t>Zu klären: </a:t>
            </a:r>
            <a:r>
              <a:rPr sz="1300" b="0" i="0">
                <a:solidFill>
                  <a:srgbClr val="222222"/>
                </a:solidFill>
              </a:rPr>
              <a:t>Budget rechnet mit 1.140 MA, die Zählung 10/2026 ergibt 1.166. Differenz 26 Köpfe bzw. rund 6,5 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r>
              <a:t>Degreed: Anspruch folgt aus der BV, nicht aus dem Gesetz</a:t>
            </a:r>
          </a:p>
        </p:txBody>
      </p:sp>
      <p:sp>
        <p:nvSpPr>
          <p:cNvPr id="3" name="Rectangle 2"/>
          <p:cNvSpPr/>
          <p:nvPr/>
        </p:nvSpPr>
        <p:spPr>
          <a:xfrm>
            <a:off x="411480" y="1280160"/>
            <a:ext cx="3611880" cy="2651760"/>
          </a:xfrm>
          <a:prstGeom prst="rect">
            <a:avLst/>
          </a:prstGeom>
          <a:solidFill>
            <a:srgbClr val="E8EB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spcAft>
                <a:spcPts val="600"/>
              </a:spcAft>
            </a:pPr>
            <a:r>
              <a:rPr sz="1500" b="1" i="0">
                <a:solidFill>
                  <a:srgbClr val="004666"/>
                </a:solidFill>
              </a:rPr>
              <a:t>Rechtsgrundlage</a:t>
            </a:r>
          </a:p>
          <a:p>
            <a:pPr algn="l">
              <a:spcAft>
                <a:spcPts val="600"/>
              </a:spcAft>
            </a:pPr>
            <a:r>
              <a:rPr sz="1300" b="1" i="0">
                <a:solidFill>
                  <a:srgbClr val="006384"/>
                </a:solidFill>
              </a:rPr>
              <a:t>▸ </a:t>
            </a:r>
            <a:r>
              <a:rPr sz="1300" b="0" i="0">
                <a:solidFill>
                  <a:srgbClr val="222222"/>
                </a:solidFill>
              </a:rPr>
              <a:t>Keine gesetzliche oder regulatorische Pflicht zur Bereitstellung von Degreed.</a:t>
            </a:r>
          </a:p>
          <a:p>
            <a:pPr algn="l">
              <a:spcAft>
                <a:spcPts val="600"/>
              </a:spcAft>
            </a:pPr>
            <a:r>
              <a:rPr sz="1300" b="1" i="0">
                <a:solidFill>
                  <a:srgbClr val="006384"/>
                </a:solidFill>
              </a:rPr>
              <a:t>▸ </a:t>
            </a:r>
            <a:r>
              <a:rPr sz="1300" b="0" i="0">
                <a:solidFill>
                  <a:srgbClr val="222222"/>
                </a:solidFill>
              </a:rPr>
              <a:t>Anspruch aller MA inkl. Studis aus der BV zur Nutzung von E-Learning-Plattformen.</a:t>
            </a:r>
          </a:p>
          <a:p>
            <a:pPr algn="l">
              <a:spcAft>
                <a:spcPts val="600"/>
              </a:spcAft>
            </a:pPr>
            <a:r>
              <a:rPr sz="1300" b="1" i="0">
                <a:solidFill>
                  <a:srgbClr val="006384"/>
                </a:solidFill>
              </a:rPr>
              <a:t>▸ </a:t>
            </a:r>
            <a:r>
              <a:rPr sz="1300" b="0" i="0">
                <a:solidFill>
                  <a:srgbClr val="222222"/>
                </a:solidFill>
              </a:rPr>
              <a:t>Eine BV wirkt unmittelbar; MA können sich direkt darauf berufen (§ 77 Abs. 4 BetrVG).</a:t>
            </a:r>
          </a:p>
        </p:txBody>
      </p:sp>
      <p:sp>
        <p:nvSpPr>
          <p:cNvPr id="4" name="Rectangle 3"/>
          <p:cNvSpPr/>
          <p:nvPr/>
        </p:nvSpPr>
        <p:spPr>
          <a:xfrm>
            <a:off x="4251960" y="1280160"/>
            <a:ext cx="3611880" cy="2651760"/>
          </a:xfrm>
          <a:prstGeom prst="rect">
            <a:avLst/>
          </a:prstGeom>
          <a:solidFill>
            <a:srgbClr val="E8EB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spcAft>
                <a:spcPts val="600"/>
              </a:spcAft>
            </a:pPr>
            <a:r>
              <a:rPr sz="1500" b="1" i="0">
                <a:solidFill>
                  <a:srgbClr val="004666"/>
                </a:solidFill>
              </a:rPr>
              <a:t>Was eine Einschränkung bedeutet</a:t>
            </a:r>
          </a:p>
          <a:p>
            <a:pPr algn="l">
              <a:spcAft>
                <a:spcPts val="600"/>
              </a:spcAft>
            </a:pPr>
            <a:r>
              <a:rPr sz="1300" b="1" i="0">
                <a:solidFill>
                  <a:srgbClr val="006384"/>
                </a:solidFill>
              </a:rPr>
              <a:t>▸ </a:t>
            </a:r>
            <a:r>
              <a:rPr sz="1300" b="0" i="0">
                <a:solidFill>
                  <a:srgbClr val="222222"/>
                </a:solidFill>
              </a:rPr>
              <a:t>Änderung der BV mit dem BR erforderlich; einseitig nicht möglich.</a:t>
            </a:r>
          </a:p>
          <a:p>
            <a:pPr algn="l">
              <a:spcAft>
                <a:spcPts val="600"/>
              </a:spcAft>
            </a:pPr>
            <a:r>
              <a:rPr sz="1300" b="1" i="0">
                <a:solidFill>
                  <a:srgbClr val="006384"/>
                </a:solidFill>
              </a:rPr>
              <a:t>▸ </a:t>
            </a:r>
            <a:r>
              <a:rPr sz="1300" b="0" i="0">
                <a:solidFill>
                  <a:srgbClr val="222222"/>
                </a:solidFill>
              </a:rPr>
              <a:t>Mitbestimmung voraussichtlich nach § 98 BetrVG (betriebliche Bildung) (XXX Prüfung Arbeitsrecht).</a:t>
            </a:r>
          </a:p>
          <a:p>
            <a:pPr algn="l">
              <a:spcAft>
                <a:spcPts val="600"/>
              </a:spcAft>
            </a:pPr>
            <a:r>
              <a:rPr sz="1300" b="1" i="0">
                <a:solidFill>
                  <a:srgbClr val="006384"/>
                </a:solidFill>
              </a:rPr>
              <a:t>▸ </a:t>
            </a:r>
            <a:r>
              <a:rPr sz="1300" b="0" i="0">
                <a:solidFill>
                  <a:srgbClr val="222222"/>
                </a:solidFill>
              </a:rPr>
              <a:t>Studis sind meist Teilzeit oder befristet: Ausschluss braucht einen sachlichen Grund (§ 4 TzBfG) (XXX).</a:t>
            </a:r>
          </a:p>
        </p:txBody>
      </p:sp>
      <p:sp>
        <p:nvSpPr>
          <p:cNvPr id="5" name="Rectangle 4"/>
          <p:cNvSpPr/>
          <p:nvPr/>
        </p:nvSpPr>
        <p:spPr>
          <a:xfrm>
            <a:off x="8092440" y="1280160"/>
            <a:ext cx="3611880" cy="2651760"/>
          </a:xfrm>
          <a:prstGeom prst="rect">
            <a:avLst/>
          </a:prstGeom>
          <a:solidFill>
            <a:srgbClr val="E8EB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spcAft>
                <a:spcPts val="600"/>
              </a:spcAft>
            </a:pPr>
            <a:r>
              <a:rPr sz="1500" b="1" i="0">
                <a:solidFill>
                  <a:srgbClr val="004666"/>
                </a:solidFill>
              </a:rPr>
              <a:t>Praxis und Risiko</a:t>
            </a:r>
          </a:p>
          <a:p>
            <a:pPr algn="l">
              <a:spcAft>
                <a:spcPts val="600"/>
              </a:spcAft>
            </a:pPr>
            <a:r>
              <a:rPr sz="1300" b="1" i="0">
                <a:solidFill>
                  <a:srgbClr val="006384"/>
                </a:solidFill>
              </a:rPr>
              <a:t>▸ </a:t>
            </a:r>
            <a:r>
              <a:rPr sz="1300" b="0" i="0">
                <a:solidFill>
                  <a:srgbClr val="222222"/>
                </a:solidFill>
              </a:rPr>
              <a:t>Cariad: Studis erhalten nur kostenfreie Inhalte, keine Lizenz für Bezahlinhalte.</a:t>
            </a:r>
          </a:p>
          <a:p>
            <a:pPr algn="l">
              <a:spcAft>
                <a:spcPts val="600"/>
              </a:spcAft>
            </a:pPr>
            <a:r>
              <a:rPr sz="1300" b="1" i="0">
                <a:solidFill>
                  <a:srgbClr val="006384"/>
                </a:solidFill>
              </a:rPr>
              <a:t>▸ </a:t>
            </a:r>
            <a:r>
              <a:rPr sz="1300" b="0" i="0">
                <a:solidFill>
                  <a:srgbClr val="222222"/>
                </a:solidFill>
              </a:rPr>
              <a:t>Steuerung schwach: Antragslink teilbar, keine personenscharfe Lizenzprüfung durch PE.</a:t>
            </a:r>
          </a:p>
          <a:p>
            <a:pPr algn="l">
              <a:spcAft>
                <a:spcPts val="600"/>
              </a:spcAft>
            </a:pPr>
            <a:r>
              <a:rPr sz="1300" b="1" i="0">
                <a:solidFill>
                  <a:srgbClr val="006384"/>
                </a:solidFill>
              </a:rPr>
              <a:t>▸ </a:t>
            </a:r>
            <a:r>
              <a:rPr sz="1300" b="0" i="0">
                <a:solidFill>
                  <a:srgbClr val="222222"/>
                </a:solidFill>
              </a:rPr>
              <a:t>Risiko: Unzufriedenheit bei Studis und Signalwirkung für alle MA.</a:t>
            </a:r>
          </a:p>
        </p:txBody>
      </p:sp>
      <p:sp>
        <p:nvSpPr>
          <p:cNvPr id="6" name="Rectangle 5"/>
          <p:cNvSpPr/>
          <p:nvPr/>
        </p:nvSpPr>
        <p:spPr>
          <a:xfrm>
            <a:off x="411480" y="4160520"/>
            <a:ext cx="11292840" cy="1143000"/>
          </a:xfrm>
          <a:prstGeom prst="rect">
            <a:avLst/>
          </a:prstGeom>
          <a:solidFill>
            <a:srgbClr val="FFF4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206240"/>
            <a:ext cx="11064240" cy="1051560"/>
          </a:xfrm>
          <a:prstGeom prst="rect">
            <a:avLst/>
          </a:prstGeom>
          <a:noFill/>
        </p:spPr>
        <p:txBody>
          <a:bodyPr wrap="square" anchor="ctr" lIns="73152" rIns="73152" tIns="73152" bIns="73152">
            <a:spAutoFit/>
          </a:bodyPr>
          <a:lstStyle/>
          <a:p>
            <a:pPr algn="l">
              <a:spcAft>
                <a:spcPts val="600"/>
              </a:spcAft>
            </a:pPr>
            <a:r>
              <a:rPr sz="1500" b="1" i="0">
                <a:solidFill>
                  <a:srgbClr val="222222"/>
                </a:solidFill>
              </a:rPr>
              <a:t>Einsparpotenzial Studis: max. 33,3 T€ p.a. </a:t>
            </a:r>
            <a:r>
              <a:rPr sz="1300" b="0" i="0">
                <a:solidFill>
                  <a:srgbClr val="4C5356"/>
                </a:solidFill>
              </a:rPr>
              <a:t>(133 Lizenzen à 250,31 €; tatsächlich nur so viel, wie Studis aktiv nutzen)</a:t>
            </a:r>
          </a:p>
          <a:p>
            <a:pPr algn="l">
              <a:spcAft>
                <a:spcPts val="600"/>
              </a:spcAft>
            </a:pPr>
            <a:r>
              <a:rPr sz="1300" b="1" i="0">
                <a:solidFill>
                  <a:srgbClr val="222222"/>
                </a:solidFill>
              </a:rPr>
              <a:t>Empfehlung: </a:t>
            </a:r>
            <a:r>
              <a:rPr sz="1300" b="0" i="0">
                <a:solidFill>
                  <a:srgbClr val="222222"/>
                </a:solidFill>
              </a:rPr>
              <a:t>Mit dem BR das Cariad-Modell verhandeln (Studis nur kostenfreie Inhalte, Ausnahme PE-Studis für Admin). Parallel Lizenzvergabe an Bedarf und FK-Freigabe koppeln.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r>
              <a:t>Externe WB: Der Finanz-Auszug zeigt nur 7 bis 15 % der Kosten</a:t>
            </a:r>
          </a:p>
        </p:txBody>
      </p:sp>
      <p:graphicFrame>
        <p:nvGraphicFramePr>
          <p:cNvPr id="3" name="Chart 2"/>
          <p:cNvGraphicFramePr>
            <a:graphicFrameLocks noGrp="1"/>
          </p:cNvGraphicFramePr>
          <p:nvPr/>
        </p:nvGraphicFramePr>
        <p:xfrm>
          <a:off x="411480" y="1234440"/>
          <a:ext cx="6949440" cy="4206240"/>
        </p:xfrm>
        <a:graphic>
          <a:graphicData uri="http://schemas.openxmlformats.org/drawingml/2006/chart">
            <c:chart xmlns:c="http://schemas.openxmlformats.org/drawingml/2006/chart" r:id="rId3"/>
          </a:graphicData>
        </a:graphic>
      </p:graphicFrame>
      <p:sp>
        <p:nvSpPr>
          <p:cNvPr id="4" name="TextBox 3"/>
          <p:cNvSpPr txBox="1"/>
          <p:nvPr/>
        </p:nvSpPr>
        <p:spPr>
          <a:xfrm>
            <a:off x="7680960" y="1234440"/>
            <a:ext cx="4069080" cy="365760"/>
          </a:xfrm>
          <a:prstGeom prst="rect">
            <a:avLst/>
          </a:prstGeom>
          <a:noFill/>
        </p:spPr>
        <p:txBody>
          <a:bodyPr wrap="square" anchor="t" lIns="73152" rIns="73152" tIns="73152" bIns="73152">
            <a:spAutoFit/>
          </a:bodyPr>
          <a:lstStyle/>
          <a:p>
            <a:pPr algn="l">
              <a:spcAft>
                <a:spcPts val="600"/>
              </a:spcAft>
            </a:pPr>
            <a:r>
              <a:rPr sz="1500" b="1" i="0">
                <a:solidFill>
                  <a:srgbClr val="004666"/>
                </a:solidFill>
              </a:rPr>
              <a:t>Woraus setzt sich die Summe zusammen?</a:t>
            </a:r>
          </a:p>
        </p:txBody>
      </p:sp>
      <p:sp>
        <p:nvSpPr>
          <p:cNvPr id="5" name="TextBox 4"/>
          <p:cNvSpPr txBox="1"/>
          <p:nvPr/>
        </p:nvSpPr>
        <p:spPr>
          <a:xfrm>
            <a:off x="7680960" y="1645920"/>
            <a:ext cx="4069080" cy="1737360"/>
          </a:xfrm>
          <a:prstGeom prst="rect">
            <a:avLst/>
          </a:prstGeom>
          <a:noFill/>
        </p:spPr>
        <p:txBody>
          <a:bodyPr wrap="square" anchor="t" lIns="73152" rIns="73152" tIns="73152" bIns="73152">
            <a:spAutoFit/>
          </a:bodyPr>
          <a:lstStyle/>
          <a:p>
            <a:pPr algn="l">
              <a:spcAft>
                <a:spcPts val="600"/>
              </a:spcAft>
            </a:pPr>
            <a:r>
              <a:rPr sz="1300" b="0" i="0">
                <a:solidFill>
                  <a:srgbClr val="222222"/>
                </a:solidFill>
              </a:rPr>
              <a:t>Gesamtsumme = alle WB-Buchungen des Jahres über alle Kostenstellen.</a:t>
            </a:r>
          </a:p>
          <a:p>
            <a:pPr algn="l">
              <a:spcAft>
                <a:spcPts val="600"/>
              </a:spcAft>
            </a:pPr>
            <a:r>
              <a:rPr sz="1300" b="0" i="0">
                <a:solidFill>
                  <a:srgbClr val="222222"/>
                </a:solidFill>
              </a:rPr>
              <a:t>Sichtbar sind nur 7 bis 15 % der Kosten.</a:t>
            </a:r>
          </a:p>
          <a:p>
            <a:pPr algn="l">
              <a:spcAft>
                <a:spcPts val="600"/>
              </a:spcAft>
            </a:pPr>
            <a:r>
              <a:rPr sz="1300" b="0" i="0">
                <a:solidFill>
                  <a:srgbClr val="222222"/>
                </a:solidFill>
              </a:rPr>
              <a:t>Inhalte der Schulungen sind nicht reportbar.</a:t>
            </a:r>
          </a:p>
        </p:txBody>
      </p:sp>
      <p:sp>
        <p:nvSpPr>
          <p:cNvPr id="6" name="Rectangle 5"/>
          <p:cNvSpPr/>
          <p:nvPr/>
        </p:nvSpPr>
        <p:spPr>
          <a:xfrm>
            <a:off x="7680960" y="3520440"/>
            <a:ext cx="4069080" cy="1920240"/>
          </a:xfrm>
          <a:prstGeom prst="rect">
            <a:avLst/>
          </a:prstGeom>
          <a:solidFill>
            <a:srgbClr val="E8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3566160"/>
            <a:ext cx="3840480" cy="1828800"/>
          </a:xfrm>
          <a:prstGeom prst="rect">
            <a:avLst/>
          </a:prstGeom>
          <a:noFill/>
        </p:spPr>
        <p:txBody>
          <a:bodyPr wrap="square" anchor="ctr" lIns="73152" rIns="73152" tIns="73152" bIns="73152">
            <a:spAutoFit/>
          </a:bodyPr>
          <a:lstStyle/>
          <a:p>
            <a:pPr algn="l">
              <a:spcAft>
                <a:spcPts val="600"/>
              </a:spcAft>
            </a:pPr>
            <a:r>
              <a:rPr sz="1500" b="1" i="0">
                <a:solidFill>
                  <a:srgbClr val="004666"/>
                </a:solidFill>
              </a:rPr>
              <a:t>BR-Kosten (KSt 2020)</a:t>
            </a:r>
          </a:p>
          <a:p>
            <a:pPr algn="l">
              <a:spcAft>
                <a:spcPts val="600"/>
              </a:spcAft>
            </a:pPr>
            <a:r>
              <a:rPr sz="1400" b="1" i="0">
                <a:solidFill>
                  <a:srgbClr val="222222"/>
                </a:solidFill>
              </a:rPr>
              <a:t>2023: 42 T€ (4,7 %)   2024: 59 T€ (6,4 %)</a:t>
            </a:r>
          </a:p>
          <a:p>
            <a:pPr algn="l">
              <a:spcAft>
                <a:spcPts val="600"/>
              </a:spcAft>
            </a:pPr>
            <a:r>
              <a:rPr sz="1300" b="0" i="0">
                <a:solidFill>
                  <a:srgbClr val="222222"/>
                </a:solidFill>
              </a:rPr>
              <a:t>2025: unter 24 T€ (nicht in Top 10)</a:t>
            </a:r>
          </a:p>
          <a:p>
            <a:pPr algn="l">
              <a:spcAft>
                <a:spcPts val="600"/>
              </a:spcAft>
            </a:pPr>
            <a:r>
              <a:rPr sz="1200" b="0" i="0">
                <a:solidFill>
                  <a:srgbClr val="4C5356"/>
                </a:solidFill>
              </a:rPr>
              <a:t>Gesetzlich geschuldet (§§ 37, 40 BetrVG), kein Einsparhebel.</a:t>
            </a:r>
          </a:p>
        </p:txBody>
      </p:sp>
      <p:sp>
        <p:nvSpPr>
          <p:cNvPr id="8" name="TextBox 7"/>
          <p:cNvSpPr txBox="1"/>
          <p:nvPr/>
        </p:nvSpPr>
        <p:spPr>
          <a:xfrm>
            <a:off x="411480" y="5532120"/>
            <a:ext cx="11338560" cy="365760"/>
          </a:xfrm>
          <a:prstGeom prst="rect">
            <a:avLst/>
          </a:prstGeom>
          <a:noFill/>
        </p:spPr>
        <p:txBody>
          <a:bodyPr wrap="square" anchor="t" lIns="0" rIns="0" tIns="0" bIns="0">
            <a:spAutoFit/>
          </a:bodyPr>
          <a:lstStyle/>
          <a:p>
            <a:pPr algn="l">
              <a:spcAft>
                <a:spcPts val="600"/>
              </a:spcAft>
            </a:pPr>
            <a:r>
              <a:rPr sz="1000" b="0" i="0">
                <a:solidFill>
                  <a:srgbClr val="4C5356"/>
                </a:solidFill>
              </a:rPr>
              <a:t>Quelle: Verteilung Weiterbildungskosten 2023-2025.xlsx; BR-Anteil über Kostenstelle, nicht über Anbieter.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r>
              <a:t>Clusterung: vorläufiges Bild aus den sichtbaren Anbietern</a:t>
            </a:r>
          </a:p>
        </p:txBody>
      </p:sp>
      <p:graphicFrame>
        <p:nvGraphicFramePr>
          <p:cNvPr id="3" name="Table 2"/>
          <p:cNvGraphicFramePr>
            <a:graphicFrameLocks noGrp="1"/>
          </p:cNvGraphicFramePr>
          <p:nvPr/>
        </p:nvGraphicFramePr>
        <p:xfrm>
          <a:off x="411480" y="1280160"/>
          <a:ext cx="11338560" cy="3657600"/>
        </p:xfrm>
        <a:graphic>
          <a:graphicData uri="http://schemas.openxmlformats.org/drawingml/2006/table">
            <a:tbl>
              <a:tblPr firstRow="1" bandRow="1">
                <a:tableStyleId>{5C22544A-7EE6-4342-B048-85BDC9FD1C3A}</a:tableStyleId>
              </a:tblPr>
              <a:tblGrid>
                <a:gridCol w="2377440"/>
                <a:gridCol w="4663440"/>
                <a:gridCol w="868680"/>
                <a:gridCol w="868680"/>
                <a:gridCol w="868680"/>
                <a:gridCol w="1691640"/>
              </a:tblGrid>
              <a:tr h="457200">
                <a:tc>
                  <a:txBody>
                    <a:bodyPr/>
                    <a:lstStyle/>
                    <a:p>
                      <a:r>
                        <a:rPr sz="1200" b="1"/>
                        <a:t>Cluster</a:t>
                      </a:r>
                    </a:p>
                  </a:txBody>
                  <a:tcPr anchor="ctr" marL="73152" marR="73152" marT="27432" marB="27432"/>
                </a:tc>
                <a:tc>
                  <a:txBody>
                    <a:bodyPr/>
                    <a:lstStyle/>
                    <a:p>
                      <a:r>
                        <a:rPr sz="1200" b="1"/>
                        <a:t>Beispiele (Anbietername)</a:t>
                      </a:r>
                    </a:p>
                  </a:txBody>
                  <a:tcPr anchor="ctr" marL="73152" marR="73152" marT="27432" marB="27432"/>
                </a:tc>
                <a:tc>
                  <a:txBody>
                    <a:bodyPr/>
                    <a:lstStyle/>
                    <a:p>
                      <a:pPr algn="r"/>
                      <a:r>
                        <a:rPr sz="1200" b="1"/>
                        <a:t>2023</a:t>
                      </a:r>
                    </a:p>
                  </a:txBody>
                  <a:tcPr anchor="ctr" marL="73152" marR="73152" marT="27432" marB="27432"/>
                </a:tc>
                <a:tc>
                  <a:txBody>
                    <a:bodyPr/>
                    <a:lstStyle/>
                    <a:p>
                      <a:pPr algn="r"/>
                      <a:r>
                        <a:rPr sz="1200" b="1"/>
                        <a:t>2024</a:t>
                      </a:r>
                    </a:p>
                  </a:txBody>
                  <a:tcPr anchor="ctr" marL="73152" marR="73152" marT="27432" marB="27432"/>
                </a:tc>
                <a:tc>
                  <a:txBody>
                    <a:bodyPr/>
                    <a:lstStyle/>
                    <a:p>
                      <a:pPr algn="r"/>
                      <a:r>
                        <a:rPr sz="1200" b="1"/>
                        <a:t>2025</a:t>
                      </a:r>
                    </a:p>
                  </a:txBody>
                  <a:tcPr anchor="ctr" marL="73152" marR="73152" marT="27432" marB="27432"/>
                </a:tc>
                <a:tc>
                  <a:txBody>
                    <a:bodyPr/>
                    <a:lstStyle/>
                    <a:p>
                      <a:r>
                        <a:rPr sz="1200" b="1"/>
                        <a:t>Einordnung</a:t>
                      </a:r>
                    </a:p>
                  </a:txBody>
                  <a:tcPr anchor="ctr" marL="73152" marR="73152" marT="27432" marB="27432"/>
                </a:tc>
              </a:tr>
              <a:tr h="457200">
                <a:tc>
                  <a:txBody>
                    <a:bodyPr/>
                    <a:lstStyle/>
                    <a:p>
                      <a:r>
                        <a:rPr sz="1200"/>
                        <a:t>Technik und Methoden</a:t>
                      </a:r>
                    </a:p>
                  </a:txBody>
                  <a:tcPr anchor="ctr" marL="73152" marR="73152" marT="27432" marB="27432"/>
                </a:tc>
                <a:tc>
                  <a:txBody>
                    <a:bodyPr/>
                    <a:lstStyle/>
                    <a:p>
                      <a:r>
                        <a:rPr sz="1200"/>
                        <a:t>GFU Cyrus, UL Method Park, Knüvener Mackert, Meetingcpp, Fast Lane, KEGON</a:t>
                      </a:r>
                    </a:p>
                  </a:txBody>
                  <a:tcPr anchor="ctr" marL="73152" marR="73152" marT="27432" marB="27432"/>
                </a:tc>
                <a:tc>
                  <a:txBody>
                    <a:bodyPr/>
                    <a:lstStyle/>
                    <a:p>
                      <a:pPr algn="r"/>
                      <a:r>
                        <a:rPr sz="1200"/>
                        <a:t>75 %</a:t>
                      </a:r>
                    </a:p>
                  </a:txBody>
                  <a:tcPr anchor="ctr" marL="73152" marR="73152" marT="27432" marB="27432"/>
                </a:tc>
                <a:tc>
                  <a:txBody>
                    <a:bodyPr/>
                    <a:lstStyle/>
                    <a:p>
                      <a:pPr algn="r"/>
                      <a:r>
                        <a:rPr sz="1200"/>
                        <a:t>56 %</a:t>
                      </a:r>
                    </a:p>
                  </a:txBody>
                  <a:tcPr anchor="ctr" marL="73152" marR="73152" marT="27432" marB="27432"/>
                </a:tc>
                <a:tc>
                  <a:txBody>
                    <a:bodyPr/>
                    <a:lstStyle/>
                    <a:p>
                      <a:pPr algn="r"/>
                      <a:r>
                        <a:rPr sz="1200"/>
                        <a:t>89 %</a:t>
                      </a:r>
                    </a:p>
                  </a:txBody>
                  <a:tcPr anchor="ctr" marL="73152" marR="73152" marT="27432" marB="27432"/>
                </a:tc>
                <a:tc>
                  <a:txBody>
                    <a:bodyPr/>
                    <a:lstStyle/>
                    <a:p>
                      <a:r>
                        <a:rPr sz="1200"/>
                        <a:t>Business-essenziell</a:t>
                      </a:r>
                    </a:p>
                  </a:txBody>
                  <a:tcPr anchor="ctr" marL="73152" marR="73152" marT="27432" marB="27432"/>
                </a:tc>
              </a:tr>
              <a:tr h="457200">
                <a:tc>
                  <a:txBody>
                    <a:bodyPr/>
                    <a:lstStyle/>
                    <a:p>
                      <a:r>
                        <a:rPr sz="1200"/>
                        <a:t>BR / Mitbestimmung</a:t>
                      </a:r>
                    </a:p>
                  </a:txBody>
                  <a:tcPr anchor="ctr" marL="73152" marR="73152" marT="27432" marB="27432"/>
                </a:tc>
                <a:tc>
                  <a:txBody>
                    <a:bodyPr/>
                    <a:lstStyle/>
                    <a:p>
                      <a:r>
                        <a:rPr sz="1200"/>
                        <a:t>Poko-Institut, IG Metall, Betriebsräte-Akademie</a:t>
                      </a:r>
                    </a:p>
                  </a:txBody>
                  <a:tcPr anchor="ctr" marL="73152" marR="73152" marT="27432" marB="27432"/>
                </a:tc>
                <a:tc>
                  <a:txBody>
                    <a:bodyPr/>
                    <a:lstStyle/>
                    <a:p>
                      <a:pPr algn="r"/>
                      <a:r>
                        <a:rPr sz="1200"/>
                        <a:t>10 %</a:t>
                      </a:r>
                    </a:p>
                  </a:txBody>
                  <a:tcPr anchor="ctr" marL="73152" marR="73152" marT="27432" marB="27432"/>
                </a:tc>
                <a:tc>
                  <a:txBody>
                    <a:bodyPr/>
                    <a:lstStyle/>
                    <a:p>
                      <a:pPr algn="r"/>
                      <a:r>
                        <a:rPr sz="1200"/>
                        <a:t>19 %</a:t>
                      </a:r>
                    </a:p>
                  </a:txBody>
                  <a:tcPr anchor="ctr" marL="73152" marR="73152" marT="27432" marB="27432"/>
                </a:tc>
                <a:tc>
                  <a:txBody>
                    <a:bodyPr/>
                    <a:lstStyle/>
                    <a:p>
                      <a:pPr algn="r"/>
                      <a:r>
                        <a:rPr sz="1200"/>
                        <a:t>2 %</a:t>
                      </a:r>
                    </a:p>
                  </a:txBody>
                  <a:tcPr anchor="ctr" marL="73152" marR="73152" marT="27432" marB="27432"/>
                </a:tc>
                <a:tc>
                  <a:txBody>
                    <a:bodyPr/>
                    <a:lstStyle/>
                    <a:p>
                      <a:r>
                        <a:rPr sz="1200"/>
                        <a:t>gesetzlich geschuldet</a:t>
                      </a:r>
                    </a:p>
                  </a:txBody>
                  <a:tcPr anchor="ctr" marL="73152" marR="73152" marT="27432" marB="27432"/>
                </a:tc>
              </a:tr>
              <a:tr h="457200">
                <a:tc>
                  <a:txBody>
                    <a:bodyPr/>
                    <a:lstStyle/>
                    <a:p>
                      <a:r>
                        <a:rPr sz="1200"/>
                        <a:t>Ausbildung / Kammer</a:t>
                      </a:r>
                    </a:p>
                  </a:txBody>
                  <a:tcPr anchor="ctr" marL="73152" marR="73152" marT="27432" marB="27432"/>
                </a:tc>
                <a:tc>
                  <a:txBody>
                    <a:bodyPr/>
                    <a:lstStyle/>
                    <a:p>
                      <a:r>
                        <a:rPr sz="1200"/>
                        <a:t>IHK</a:t>
                      </a:r>
                    </a:p>
                  </a:txBody>
                  <a:tcPr anchor="ctr" marL="73152" marR="73152" marT="27432" marB="27432"/>
                </a:tc>
                <a:tc>
                  <a:txBody>
                    <a:bodyPr/>
                    <a:lstStyle/>
                    <a:p>
                      <a:pPr algn="r"/>
                      <a:r>
                        <a:rPr sz="1200"/>
                        <a:t>6 %</a:t>
                      </a:r>
                    </a:p>
                  </a:txBody>
                  <a:tcPr anchor="ctr" marL="73152" marR="73152" marT="27432" marB="27432"/>
                </a:tc>
                <a:tc>
                  <a:txBody>
                    <a:bodyPr/>
                    <a:lstStyle/>
                    <a:p>
                      <a:pPr algn="r"/>
                      <a:r>
                        <a:rPr sz="1200"/>
                        <a:t>4 %</a:t>
                      </a:r>
                    </a:p>
                  </a:txBody>
                  <a:tcPr anchor="ctr" marL="73152" marR="73152" marT="27432" marB="27432"/>
                </a:tc>
                <a:tc>
                  <a:txBody>
                    <a:bodyPr/>
                    <a:lstStyle/>
                    <a:p>
                      <a:pPr algn="r"/>
                      <a:r>
                        <a:rPr sz="1200"/>
                        <a:t>–</a:t>
                      </a:r>
                    </a:p>
                  </a:txBody>
                  <a:tcPr anchor="ctr" marL="73152" marR="73152" marT="27432" marB="27432"/>
                </a:tc>
                <a:tc>
                  <a:txBody>
                    <a:bodyPr/>
                    <a:lstStyle/>
                    <a:p>
                      <a:r>
                        <a:rPr sz="1200"/>
                        <a:t>Pflicht (Ausbildung)</a:t>
                      </a:r>
                    </a:p>
                  </a:txBody>
                  <a:tcPr anchor="ctr" marL="73152" marR="73152" marT="27432" marB="27432"/>
                </a:tc>
              </a:tr>
              <a:tr h="457200">
                <a:tc>
                  <a:txBody>
                    <a:bodyPr/>
                    <a:lstStyle/>
                    <a:p>
                      <a:r>
                        <a:rPr sz="1200"/>
                        <a:t>Fachfunktionen</a:t>
                      </a:r>
                    </a:p>
                  </a:txBody>
                  <a:tcPr anchor="ctr" marL="73152" marR="73152" marT="27432" marB="27432"/>
                </a:tc>
                <a:tc>
                  <a:txBody>
                    <a:bodyPr/>
                    <a:lstStyle/>
                    <a:p>
                      <a:r>
                        <a:rPr sz="1200"/>
                        <a:t>Steuer-Fachschule Endriss</a:t>
                      </a:r>
                    </a:p>
                  </a:txBody>
                  <a:tcPr anchor="ctr" marL="73152" marR="73152" marT="27432" marB="27432"/>
                </a:tc>
                <a:tc>
                  <a:txBody>
                    <a:bodyPr/>
                    <a:lstStyle/>
                    <a:p>
                      <a:pPr algn="r"/>
                      <a:r>
                        <a:rPr sz="1200"/>
                        <a:t>2 %</a:t>
                      </a:r>
                    </a:p>
                  </a:txBody>
                  <a:tcPr anchor="ctr" marL="73152" marR="73152" marT="27432" marB="27432"/>
                </a:tc>
                <a:tc>
                  <a:txBody>
                    <a:bodyPr/>
                    <a:lstStyle/>
                    <a:p>
                      <a:pPr algn="r"/>
                      <a:r>
                        <a:rPr sz="1200"/>
                        <a:t>1 %</a:t>
                      </a:r>
                    </a:p>
                  </a:txBody>
                  <a:tcPr anchor="ctr" marL="73152" marR="73152" marT="27432" marB="27432"/>
                </a:tc>
                <a:tc>
                  <a:txBody>
                    <a:bodyPr/>
                    <a:lstStyle/>
                    <a:p>
                      <a:pPr algn="r"/>
                      <a:r>
                        <a:rPr sz="1200"/>
                        <a:t>–</a:t>
                      </a:r>
                    </a:p>
                  </a:txBody>
                  <a:tcPr anchor="ctr" marL="73152" marR="73152" marT="27432" marB="27432"/>
                </a:tc>
                <a:tc>
                  <a:txBody>
                    <a:bodyPr/>
                    <a:lstStyle/>
                    <a:p>
                      <a:r>
                        <a:rPr sz="1200"/>
                        <a:t>Business-relevant</a:t>
                      </a:r>
                    </a:p>
                  </a:txBody>
                  <a:tcPr anchor="ctr" marL="73152" marR="73152" marT="27432" marB="27432"/>
                </a:tc>
              </a:tr>
              <a:tr h="457200">
                <a:tc>
                  <a:txBody>
                    <a:bodyPr/>
                    <a:lstStyle/>
                    <a:p>
                      <a:r>
                        <a:rPr sz="1200"/>
                        <a:t>Überfachlich</a:t>
                      </a:r>
                    </a:p>
                  </a:txBody>
                  <a:tcPr anchor="ctr" marL="73152" marR="73152" marT="27432" marB="27432"/>
                </a:tc>
                <a:tc>
                  <a:txBody>
                    <a:bodyPr/>
                    <a:lstStyle/>
                    <a:p>
                      <a:r>
                        <a:rPr sz="1200"/>
                        <a:t>New Elements, FM Institut</a:t>
                      </a:r>
                    </a:p>
                  </a:txBody>
                  <a:tcPr anchor="ctr" marL="73152" marR="73152" marT="27432" marB="27432"/>
                </a:tc>
                <a:tc>
                  <a:txBody>
                    <a:bodyPr/>
                    <a:lstStyle/>
                    <a:p>
                      <a:pPr algn="r"/>
                      <a:r>
                        <a:rPr sz="1200"/>
                        <a:t>7 %</a:t>
                      </a:r>
                    </a:p>
                  </a:txBody>
                  <a:tcPr anchor="ctr" marL="73152" marR="73152" marT="27432" marB="27432"/>
                </a:tc>
                <a:tc>
                  <a:txBody>
                    <a:bodyPr/>
                    <a:lstStyle/>
                    <a:p>
                      <a:pPr algn="r"/>
                      <a:r>
                        <a:rPr sz="1200"/>
                        <a:t>4 %</a:t>
                      </a:r>
                    </a:p>
                  </a:txBody>
                  <a:tcPr anchor="ctr" marL="73152" marR="73152" marT="27432" marB="27432"/>
                </a:tc>
                <a:tc>
                  <a:txBody>
                    <a:bodyPr/>
                    <a:lstStyle/>
                    <a:p>
                      <a:pPr algn="r"/>
                      <a:r>
                        <a:rPr sz="1200"/>
                        <a:t>–</a:t>
                      </a:r>
                    </a:p>
                  </a:txBody>
                  <a:tcPr anchor="ctr" marL="73152" marR="73152" marT="27432" marB="27432"/>
                </a:tc>
                <a:tc>
                  <a:txBody>
                    <a:bodyPr/>
                    <a:lstStyle/>
                    <a:p>
                      <a:r>
                        <a:rPr sz="1200"/>
                        <a:t>prüfen</a:t>
                      </a:r>
                    </a:p>
                  </a:txBody>
                  <a:tcPr anchor="ctr" marL="73152" marR="73152" marT="27432" marB="27432"/>
                </a:tc>
              </a:tr>
              <a:tr h="457200">
                <a:tc>
                  <a:txBody>
                    <a:bodyPr/>
                    <a:lstStyle/>
                    <a:p>
                      <a:r>
                        <a:rPr sz="1200"/>
                        <a:t>Unklar / Sonstiges</a:t>
                      </a:r>
                    </a:p>
                  </a:txBody>
                  <a:tcPr anchor="ctr" marL="73152" marR="73152" marT="27432" marB="27432"/>
                </a:tc>
                <a:tc>
                  <a:txBody>
                    <a:bodyPr/>
                    <a:lstStyle/>
                    <a:p>
                      <a:r>
                        <a:rPr sz="1200"/>
                        <a:t>VW Bildungsinstitut, Achat Hotel, Lehmanns Media</a:t>
                      </a:r>
                    </a:p>
                  </a:txBody>
                  <a:tcPr anchor="ctr" marL="73152" marR="73152" marT="27432" marB="27432"/>
                </a:tc>
                <a:tc>
                  <a:txBody>
                    <a:bodyPr/>
                    <a:lstStyle/>
                    <a:p>
                      <a:pPr algn="r"/>
                      <a:r>
                        <a:rPr sz="1200"/>
                        <a:t>0 %</a:t>
                      </a:r>
                    </a:p>
                  </a:txBody>
                  <a:tcPr anchor="ctr" marL="73152" marR="73152" marT="27432" marB="27432"/>
                </a:tc>
                <a:tc>
                  <a:txBody>
                    <a:bodyPr/>
                    <a:lstStyle/>
                    <a:p>
                      <a:pPr algn="r"/>
                      <a:r>
                        <a:rPr sz="1200"/>
                        <a:t>16 %</a:t>
                      </a:r>
                    </a:p>
                  </a:txBody>
                  <a:tcPr anchor="ctr" marL="73152" marR="73152" marT="27432" marB="27432"/>
                </a:tc>
                <a:tc>
                  <a:txBody>
                    <a:bodyPr/>
                    <a:lstStyle/>
                    <a:p>
                      <a:pPr algn="r"/>
                      <a:r>
                        <a:rPr sz="1200"/>
                        <a:t>8 %</a:t>
                      </a:r>
                    </a:p>
                  </a:txBody>
                  <a:tcPr anchor="ctr" marL="73152" marR="73152" marT="27432" marB="27432"/>
                </a:tc>
                <a:tc>
                  <a:txBody>
                    <a:bodyPr/>
                    <a:lstStyle/>
                    <a:p>
                      <a:r>
                        <a:rPr sz="1200"/>
                        <a:t>klären</a:t>
                      </a:r>
                    </a:p>
                  </a:txBody>
                  <a:tcPr anchor="ctr" marL="73152" marR="73152" marT="27432" marB="27432"/>
                </a:tc>
              </a:tr>
              <a:tr h="457200">
                <a:tc>
                  <a:txBody>
                    <a:bodyPr/>
                    <a:lstStyle/>
                    <a:p>
                      <a:r>
                        <a:rPr sz="1200" b="1"/>
                        <a:t>Basis (sichtbare Anbieter)</a:t>
                      </a:r>
                    </a:p>
                  </a:txBody>
                  <a:tcPr anchor="ctr" marL="73152" marR="73152" marT="27432" marB="27432"/>
                </a:tc>
                <a:tc>
                  <a:txBody>
                    <a:bodyPr/>
                    <a:lstStyle/>
                    <a:p>
                      <a:r>
                        <a:rPr sz="1200" b="1"/>
                        <a:t/>
                      </a:r>
                    </a:p>
                  </a:txBody>
                  <a:tcPr anchor="ctr" marL="73152" marR="73152" marT="27432" marB="27432"/>
                </a:tc>
                <a:tc>
                  <a:txBody>
                    <a:bodyPr/>
                    <a:lstStyle/>
                    <a:p>
                      <a:pPr algn="r"/>
                      <a:r>
                        <a:rPr sz="1200" b="1"/>
                        <a:t>96 T€</a:t>
                      </a:r>
                    </a:p>
                  </a:txBody>
                  <a:tcPr anchor="ctr" marL="73152" marR="73152" marT="27432" marB="27432"/>
                </a:tc>
                <a:tc>
                  <a:txBody>
                    <a:bodyPr/>
                    <a:lstStyle/>
                    <a:p>
                      <a:pPr algn="r"/>
                      <a:r>
                        <a:rPr sz="1200" b="1"/>
                        <a:t>141 T€</a:t>
                      </a:r>
                    </a:p>
                  </a:txBody>
                  <a:tcPr anchor="ctr" marL="73152" marR="73152" marT="27432" marB="27432"/>
                </a:tc>
                <a:tc>
                  <a:txBody>
                    <a:bodyPr/>
                    <a:lstStyle/>
                    <a:p>
                      <a:pPr algn="r"/>
                      <a:r>
                        <a:rPr sz="1200" b="1"/>
                        <a:t>48 T€</a:t>
                      </a:r>
                    </a:p>
                  </a:txBody>
                  <a:tcPr anchor="ctr" marL="73152" marR="73152" marT="27432" marB="27432"/>
                </a:tc>
                <a:tc>
                  <a:txBody>
                    <a:bodyPr/>
                    <a:lstStyle/>
                    <a:p>
                      <a:r>
                        <a:rPr sz="1200" b="1"/>
                        <a:t/>
                      </a:r>
                    </a:p>
                  </a:txBody>
                  <a:tcPr anchor="ctr" marL="73152" marR="73152" marT="27432" marB="27432"/>
                </a:tc>
              </a:tr>
            </a:tbl>
          </a:graphicData>
        </a:graphic>
      </p:graphicFrame>
      <p:sp>
        <p:nvSpPr>
          <p:cNvPr id="4" name="TextBox 3"/>
          <p:cNvSpPr txBox="1"/>
          <p:nvPr/>
        </p:nvSpPr>
        <p:spPr>
          <a:xfrm>
            <a:off x="411480" y="5120640"/>
            <a:ext cx="11338560" cy="822960"/>
          </a:xfrm>
          <a:prstGeom prst="rect">
            <a:avLst/>
          </a:prstGeom>
          <a:noFill/>
        </p:spPr>
        <p:txBody>
          <a:bodyPr wrap="square" anchor="t" lIns="73152" rIns="73152" tIns="73152" bIns="73152">
            <a:spAutoFit/>
          </a:bodyPr>
          <a:lstStyle/>
          <a:p>
            <a:pPr algn="l">
              <a:spcAft>
                <a:spcPts val="600"/>
              </a:spcAft>
            </a:pPr>
            <a:r>
              <a:rPr sz="1300" b="1" i="0">
                <a:solidFill>
                  <a:srgbClr val="222222"/>
                </a:solidFill>
              </a:rPr>
              <a:t>Nächster Schritt für das vollständige Bild: </a:t>
            </a:r>
            <a:r>
              <a:rPr sz="1300" b="0" i="0">
                <a:solidFill>
                  <a:srgbClr val="222222"/>
                </a:solidFill>
              </a:rPr>
              <a:t>vollständigen Export aller Kreditoren aus Finanz anfordern, Anbieter per Liste clustern (ca. 1 Tag PE), Restposten über die Top-Kostenstellen (HR 2120, GF 1000, 1630) abfragen.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r>
              <a:t>Vorschlag: nächste Schritte</a:t>
            </a:r>
          </a:p>
        </p:txBody>
      </p:sp>
      <p:sp>
        <p:nvSpPr>
          <p:cNvPr id="3" name="Rectangle 2"/>
          <p:cNvSpPr/>
          <p:nvPr/>
        </p:nvSpPr>
        <p:spPr>
          <a:xfrm>
            <a:off x="411480" y="1325880"/>
            <a:ext cx="11338560" cy="1280160"/>
          </a:xfrm>
          <a:prstGeom prst="rect">
            <a:avLst/>
          </a:prstGeom>
          <a:solidFill>
            <a:srgbClr val="E8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1645919"/>
            <a:ext cx="640080" cy="640080"/>
          </a:xfrm>
          <a:prstGeom prst="ellipse">
            <a:avLst/>
          </a:prstGeom>
          <a:solidFill>
            <a:srgbClr val="0046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2000" b="1" i="0">
                <a:solidFill>
                  <a:srgbClr val="FFFFFF"/>
                </a:solidFill>
              </a:rPr>
              <a:t>1</a:t>
            </a:r>
          </a:p>
        </p:txBody>
      </p:sp>
      <p:sp>
        <p:nvSpPr>
          <p:cNvPr id="5" name="TextBox 4"/>
          <p:cNvSpPr txBox="1"/>
          <p:nvPr/>
        </p:nvSpPr>
        <p:spPr>
          <a:xfrm>
            <a:off x="1463040" y="1417320"/>
            <a:ext cx="7315200" cy="1097280"/>
          </a:xfrm>
          <a:prstGeom prst="rect">
            <a:avLst/>
          </a:prstGeom>
          <a:noFill/>
        </p:spPr>
        <p:txBody>
          <a:bodyPr wrap="square" anchor="ctr" lIns="73152" rIns="73152" tIns="73152" bIns="73152">
            <a:spAutoFit/>
          </a:bodyPr>
          <a:lstStyle/>
          <a:p>
            <a:pPr algn="l">
              <a:spcAft>
                <a:spcPts val="600"/>
              </a:spcAft>
            </a:pPr>
            <a:r>
              <a:rPr sz="1500" b="1" i="0">
                <a:solidFill>
                  <a:srgbClr val="004666"/>
                </a:solidFill>
              </a:rPr>
              <a:t>BV-Gespräch mit dem BR vorbereiten</a:t>
            </a:r>
          </a:p>
          <a:p>
            <a:pPr algn="l">
              <a:spcAft>
                <a:spcPts val="600"/>
              </a:spcAft>
            </a:pPr>
            <a:r>
              <a:rPr sz="1300" b="0" i="0">
                <a:solidFill>
                  <a:srgbClr val="222222"/>
                </a:solidFill>
              </a:rPr>
              <a:t>Cariad-Modell für Studis; Lizenzvergabe nach Bedarf. Vorab arbeitsrechtliche Prüfung (§ 98 BetrVG, § 4 TzBfG).</a:t>
            </a:r>
          </a:p>
        </p:txBody>
      </p:sp>
      <p:sp>
        <p:nvSpPr>
          <p:cNvPr id="6" name="TextBox 5"/>
          <p:cNvSpPr txBox="1"/>
          <p:nvPr/>
        </p:nvSpPr>
        <p:spPr>
          <a:xfrm>
            <a:off x="8961120" y="1417320"/>
            <a:ext cx="2651760" cy="1097280"/>
          </a:xfrm>
          <a:prstGeom prst="rect">
            <a:avLst/>
          </a:prstGeom>
          <a:noFill/>
        </p:spPr>
        <p:txBody>
          <a:bodyPr wrap="square" anchor="ctr" lIns="73152" rIns="73152" tIns="73152" bIns="73152">
            <a:spAutoFit/>
          </a:bodyPr>
          <a:lstStyle/>
          <a:p>
            <a:pPr algn="l">
              <a:spcAft>
                <a:spcPts val="600"/>
              </a:spcAft>
            </a:pPr>
            <a:r>
              <a:rPr sz="1200" b="1" i="0">
                <a:solidFill>
                  <a:srgbClr val="222222"/>
                </a:solidFill>
              </a:rPr>
              <a:t>Verantwortlich: </a:t>
            </a:r>
            <a:r>
              <a:rPr sz="1200" b="0" i="0">
                <a:solidFill>
                  <a:srgbClr val="222222"/>
                </a:solidFill>
              </a:rPr>
              <a:t>PE, Arbeitsrecht</a:t>
            </a:r>
          </a:p>
          <a:p>
            <a:pPr algn="l">
              <a:spcAft>
                <a:spcPts val="600"/>
              </a:spcAft>
            </a:pPr>
            <a:r>
              <a:rPr sz="1200" b="1" i="0">
                <a:solidFill>
                  <a:srgbClr val="222222"/>
                </a:solidFill>
              </a:rPr>
              <a:t>Termin: </a:t>
            </a:r>
            <a:r>
              <a:rPr sz="1200" b="0" i="0">
                <a:solidFill>
                  <a:srgbClr val="222222"/>
                </a:solidFill>
              </a:rPr>
              <a:t>(XXX)</a:t>
            </a:r>
          </a:p>
        </p:txBody>
      </p:sp>
      <p:sp>
        <p:nvSpPr>
          <p:cNvPr id="7" name="Rectangle 6"/>
          <p:cNvSpPr/>
          <p:nvPr/>
        </p:nvSpPr>
        <p:spPr>
          <a:xfrm>
            <a:off x="411480" y="2788920"/>
            <a:ext cx="11338560" cy="1280160"/>
          </a:xfrm>
          <a:prstGeom prst="rect">
            <a:avLst/>
          </a:prstGeom>
          <a:solidFill>
            <a:srgbClr val="E8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94360" y="3108960"/>
            <a:ext cx="640080" cy="640080"/>
          </a:xfrm>
          <a:prstGeom prst="ellipse">
            <a:avLst/>
          </a:prstGeom>
          <a:solidFill>
            <a:srgbClr val="0046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2000" b="1" i="0">
                <a:solidFill>
                  <a:srgbClr val="FFFFFF"/>
                </a:solidFill>
              </a:rPr>
              <a:t>2</a:t>
            </a:r>
          </a:p>
        </p:txBody>
      </p:sp>
      <p:sp>
        <p:nvSpPr>
          <p:cNvPr id="9" name="TextBox 8"/>
          <p:cNvSpPr txBox="1"/>
          <p:nvPr/>
        </p:nvSpPr>
        <p:spPr>
          <a:xfrm>
            <a:off x="1463040" y="2880360"/>
            <a:ext cx="7315200" cy="1097280"/>
          </a:xfrm>
          <a:prstGeom prst="rect">
            <a:avLst/>
          </a:prstGeom>
          <a:noFill/>
        </p:spPr>
        <p:txBody>
          <a:bodyPr wrap="square" anchor="ctr" lIns="73152" rIns="73152" tIns="73152" bIns="73152">
            <a:spAutoFit/>
          </a:bodyPr>
          <a:lstStyle/>
          <a:p>
            <a:pPr algn="l">
              <a:spcAft>
                <a:spcPts val="600"/>
              </a:spcAft>
            </a:pPr>
            <a:r>
              <a:rPr sz="1500" b="1" i="0">
                <a:solidFill>
                  <a:srgbClr val="004666"/>
                </a:solidFill>
              </a:rPr>
              <a:t>Rückmeldung Ingrid einholen</a:t>
            </a:r>
          </a:p>
          <a:p>
            <a:pPr algn="l">
              <a:spcAft>
                <a:spcPts val="600"/>
              </a:spcAft>
            </a:pPr>
            <a:r>
              <a:rPr sz="1300" b="0" i="0">
                <a:solidFill>
                  <a:srgbClr val="222222"/>
                </a:solidFill>
              </a:rPr>
              <a:t>Welche Einschränkungen gelten bei Cariad für LMS, Degreed und Sprachkurse (Hello Success)?</a:t>
            </a:r>
          </a:p>
        </p:txBody>
      </p:sp>
      <p:sp>
        <p:nvSpPr>
          <p:cNvPr id="10" name="TextBox 9"/>
          <p:cNvSpPr txBox="1"/>
          <p:nvPr/>
        </p:nvSpPr>
        <p:spPr>
          <a:xfrm>
            <a:off x="8961120" y="2880360"/>
            <a:ext cx="2651760" cy="1097280"/>
          </a:xfrm>
          <a:prstGeom prst="rect">
            <a:avLst/>
          </a:prstGeom>
          <a:noFill/>
        </p:spPr>
        <p:txBody>
          <a:bodyPr wrap="square" anchor="ctr" lIns="73152" rIns="73152" tIns="73152" bIns="73152">
            <a:spAutoFit/>
          </a:bodyPr>
          <a:lstStyle/>
          <a:p>
            <a:pPr algn="l">
              <a:spcAft>
                <a:spcPts val="600"/>
              </a:spcAft>
            </a:pPr>
            <a:r>
              <a:rPr sz="1200" b="1" i="0">
                <a:solidFill>
                  <a:srgbClr val="222222"/>
                </a:solidFill>
              </a:rPr>
              <a:t>Verantwortlich: </a:t>
            </a:r>
            <a:r>
              <a:rPr sz="1200" b="0" i="0">
                <a:solidFill>
                  <a:srgbClr val="222222"/>
                </a:solidFill>
              </a:rPr>
              <a:t>PE</a:t>
            </a:r>
          </a:p>
          <a:p>
            <a:pPr algn="l">
              <a:spcAft>
                <a:spcPts val="600"/>
              </a:spcAft>
            </a:pPr>
            <a:r>
              <a:rPr sz="1200" b="1" i="0">
                <a:solidFill>
                  <a:srgbClr val="222222"/>
                </a:solidFill>
              </a:rPr>
              <a:t>Termin: </a:t>
            </a:r>
            <a:r>
              <a:rPr sz="1200" b="0" i="0">
                <a:solidFill>
                  <a:srgbClr val="222222"/>
                </a:solidFill>
              </a:rPr>
              <a:t>(XXX)</a:t>
            </a:r>
          </a:p>
        </p:txBody>
      </p:sp>
      <p:sp>
        <p:nvSpPr>
          <p:cNvPr id="11" name="Rectangle 10"/>
          <p:cNvSpPr/>
          <p:nvPr/>
        </p:nvSpPr>
        <p:spPr>
          <a:xfrm>
            <a:off x="411480" y="4251960"/>
            <a:ext cx="11338560" cy="1280160"/>
          </a:xfrm>
          <a:prstGeom prst="rect">
            <a:avLst/>
          </a:prstGeom>
          <a:solidFill>
            <a:srgbClr val="E8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94360" y="4572000"/>
            <a:ext cx="640080" cy="640080"/>
          </a:xfrm>
          <a:prstGeom prst="ellipse">
            <a:avLst/>
          </a:prstGeom>
          <a:solidFill>
            <a:srgbClr val="0046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2000" b="1" i="0">
                <a:solidFill>
                  <a:srgbClr val="FFFFFF"/>
                </a:solidFill>
              </a:rPr>
              <a:t>3</a:t>
            </a:r>
          </a:p>
        </p:txBody>
      </p:sp>
      <p:sp>
        <p:nvSpPr>
          <p:cNvPr id="13" name="TextBox 12"/>
          <p:cNvSpPr txBox="1"/>
          <p:nvPr/>
        </p:nvSpPr>
        <p:spPr>
          <a:xfrm>
            <a:off x="1463040" y="4343400"/>
            <a:ext cx="7315200" cy="1097280"/>
          </a:xfrm>
          <a:prstGeom prst="rect">
            <a:avLst/>
          </a:prstGeom>
          <a:noFill/>
        </p:spPr>
        <p:txBody>
          <a:bodyPr wrap="square" anchor="ctr" lIns="73152" rIns="73152" tIns="73152" bIns="73152">
            <a:spAutoFit/>
          </a:bodyPr>
          <a:lstStyle/>
          <a:p>
            <a:pPr algn="l">
              <a:spcAft>
                <a:spcPts val="600"/>
              </a:spcAft>
            </a:pPr>
            <a:r>
              <a:rPr sz="1500" b="1" i="0">
                <a:solidFill>
                  <a:srgbClr val="004666"/>
                </a:solidFill>
              </a:rPr>
              <a:t>Externe WB vollständig clustern</a:t>
            </a:r>
          </a:p>
          <a:p>
            <a:pPr algn="l">
              <a:spcAft>
                <a:spcPts val="600"/>
              </a:spcAft>
            </a:pPr>
            <a:r>
              <a:rPr sz="1300" b="0" i="0">
                <a:solidFill>
                  <a:srgbClr val="222222"/>
                </a:solidFill>
              </a:rPr>
              <a:t>Vollexport Finanz; Davon-Angaben (Leer) klären; Cluster wie auf der Vorfolie.</a:t>
            </a:r>
          </a:p>
        </p:txBody>
      </p:sp>
      <p:sp>
        <p:nvSpPr>
          <p:cNvPr id="14" name="TextBox 13"/>
          <p:cNvSpPr txBox="1"/>
          <p:nvPr/>
        </p:nvSpPr>
        <p:spPr>
          <a:xfrm>
            <a:off x="8961120" y="4343400"/>
            <a:ext cx="2651760" cy="1097280"/>
          </a:xfrm>
          <a:prstGeom prst="rect">
            <a:avLst/>
          </a:prstGeom>
          <a:noFill/>
        </p:spPr>
        <p:txBody>
          <a:bodyPr wrap="square" anchor="ctr" lIns="73152" rIns="73152" tIns="73152" bIns="73152">
            <a:spAutoFit/>
          </a:bodyPr>
          <a:lstStyle/>
          <a:p>
            <a:pPr algn="l">
              <a:spcAft>
                <a:spcPts val="600"/>
              </a:spcAft>
            </a:pPr>
            <a:r>
              <a:rPr sz="1200" b="1" i="0">
                <a:solidFill>
                  <a:srgbClr val="222222"/>
                </a:solidFill>
              </a:rPr>
              <a:t>Verantwortlich: </a:t>
            </a:r>
            <a:r>
              <a:rPr sz="1200" b="0" i="0">
                <a:solidFill>
                  <a:srgbClr val="222222"/>
                </a:solidFill>
              </a:rPr>
              <a:t>PE, Finanz</a:t>
            </a:r>
          </a:p>
          <a:p>
            <a:pPr algn="l">
              <a:spcAft>
                <a:spcPts val="600"/>
              </a:spcAft>
            </a:pPr>
            <a:r>
              <a:rPr sz="1200" b="1" i="0">
                <a:solidFill>
                  <a:srgbClr val="222222"/>
                </a:solidFill>
              </a:rPr>
              <a:t>Termin: </a:t>
            </a:r>
            <a:r>
              <a:rPr sz="1200" b="0" i="0">
                <a:solidFill>
                  <a:srgbClr val="222222"/>
                </a:solidFill>
              </a:rPr>
              <a:t>(XXX)</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28224&quot;&gt;&lt;version val=&quot;35736&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70999999999999996447E+00&quot;&gt;&lt;m_msothmcolidx val=&quot;0&quot;/&gt;&lt;m_rgb r=&quot;9A&quot; g=&quot;AC&quot; b=&quot;4E&quot;/&gt;&lt;/elem&gt;&lt;elem m_fUsage=&quot;1.00000000000000000000E+00&quot;&gt;&lt;m_msothmcolidx val=&quot;0&quot;/&gt;&lt;m_rgb r=&quot;E6&quot; g=&quot;EF&quot; b=&quot;F4&quot;/&gt;&lt;/elem&gt;&lt;/m_vecMRU&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WAG_Master_16zu9">
  <a:themeElements>
    <a:clrScheme name="Volkswagen AG">
      <a:dk1>
        <a:sysClr val="windowText" lastClr="000000"/>
      </a:dk1>
      <a:lt1>
        <a:sysClr val="window" lastClr="FFFFFF"/>
      </a:lt1>
      <a:dk2>
        <a:srgbClr val="4C5356"/>
      </a:dk2>
      <a:lt2>
        <a:srgbClr val="FFFFFF"/>
      </a:lt2>
      <a:accent1>
        <a:srgbClr val="4C5356"/>
      </a:accent1>
      <a:accent2>
        <a:srgbClr val="C6DFE7"/>
      </a:accent2>
      <a:accent3>
        <a:srgbClr val="006384"/>
      </a:accent3>
      <a:accent4>
        <a:srgbClr val="80B0C8"/>
      </a:accent4>
      <a:accent5>
        <a:srgbClr val="004666"/>
      </a:accent5>
      <a:accent6>
        <a:srgbClr val="A8ADB3"/>
      </a:accent6>
      <a:hlink>
        <a:srgbClr val="5F1939"/>
      </a:hlink>
      <a:folHlink>
        <a:srgbClr val="80B0C8"/>
      </a:folHlink>
    </a:clrScheme>
    <a:fontScheme name="VWAG">
      <a:majorFont>
        <a:latin typeface="VWAG TheSans"/>
        <a:ea typeface=""/>
        <a:cs typeface=""/>
      </a:majorFont>
      <a:minorFont>
        <a:latin typeface="VWAG The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10000"/>
          </a:lnSpc>
          <a:spcAft>
            <a:spcPts val="450"/>
          </a:spcAft>
          <a:defRPr sz="1400" dirty="0" err="1" smtClean="0"/>
        </a:defPPr>
      </a:lstStyle>
    </a:txDef>
  </a:objectDefaults>
  <a:extraClrSchemeLst/>
  <a:custClrLst>
    <a:custClr name="VWAGSilberHell">
      <a:srgbClr val="D4D6D9"/>
    </a:custClr>
    <a:custClr name="PowerpointBlau">
      <a:srgbClr val="003366"/>
    </a:custClr>
    <a:custClr name="VWAGDunkelrot">
      <a:srgbClr val="5F1939"/>
    </a:custClr>
    <a:custClr name="VWAGRot">
      <a:srgbClr val="A21E4D"/>
    </a:custClr>
    <a:custClr name="VWAGOrange">
      <a:srgbClr val="D8AA00"/>
    </a:custClr>
    <a:custClr name="VWAGSand">
      <a:srgbClr val="F6E5BC"/>
    </a:custClr>
    <a:custClr name="VWAGGruen">
      <a:srgbClr val="95A844"/>
    </a:custClr>
    <a:custClr name="VWAGHellgruen">
      <a:srgbClr val="C2CCA6"/>
    </a:custClr>
    <a:custClr name="leer">
      <a:srgbClr val="FFFFFF"/>
    </a:custClr>
    <a:custClr name="leer">
      <a:srgbClr val="FFFFFF"/>
    </a:custClr>
    <a:custClr name="AmpelfarbeRot">
      <a:srgbClr val="DA0C1F"/>
    </a:custClr>
    <a:custClr name="AmpelfarbeGelb">
      <a:srgbClr val="FCCD22"/>
    </a:custClr>
    <a:custClr name="AmpelfarbeGruen">
      <a:srgbClr val="64A844"/>
    </a:custClr>
    <a:custClr name="leer">
      <a:srgbClr val="FFFFFF"/>
    </a:custClr>
    <a:custClr name="leer">
      <a:srgbClr val="FFFFFF"/>
    </a:custClr>
    <a:custClr name="leer">
      <a:srgbClr val="FFFFFF"/>
    </a:custClr>
    <a:custClr name="leer">
      <a:srgbClr val="FFFFFF"/>
    </a:custClr>
    <a:custClr name="leer">
      <a:srgbClr val="FFFFFF"/>
    </a:custClr>
    <a:custClr name="leer">
      <a:srgbClr val="FFFFFF"/>
    </a:custClr>
    <a:custClr name="leer">
      <a:srgbClr val="FFFFFF"/>
    </a:custClr>
  </a:custClrLst>
  <a:extLst>
    <a:ext uri="{05A4C25C-085E-4340-85A3-A5531E510DB2}">
      <thm15:themeFamily xmlns:thm15="http://schemas.microsoft.com/office/thememl/2012/main" name="Präsentation1" id="{1F7C1F23-9355-424A-986B-4A516D2D948E}" vid="{3AD8DCCD-1A3D-4A73-B185-01A040400C71}"/>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RevIMComments xmlns="be053b6a-b268-4d27-8486-3f9b50acef2a" xsi:nil="true"/>
    <RevIMDeletionDate xmlns="be053b6a-b268-4d27-8486-3f9b50acef2a">2036-10-07T12:36:04+00:00</RevIMDeletionDate>
    <TaxCatchAll xmlns="be053b6a-b268-4d27-8486-3f9b50acef2a">
      <Value>11</Value>
    </TaxCatchAll>
    <RevIMExtends xmlns="be053b6a-b268-4d27-8486-3f9b50acef2a">{"Locked":null,"LockedBy":null,"UnLocked":null,"UnLockedBy":null,"Classified":"2026-10-11T07:47:04.633Z","KSUClass":"807fea78-6dce-42f6-8803-0e8ada51cf69","Reclassified":null,"ReclassifiedBy":"marius.weiss@volkswagen-infotainment.com","EDReclassified":null,"EDReclassifiedBy":null,"EventCreated":null,"EventModified":null,"EventDeleted":null,"EventCreatedBy":null,"EventModifiedBy":null,"EventDeletedBy":null,"Moved":null,"MovedBy":null,"MovedFrom":null,"IsMoving":null,"MoveStartTime":null}</RevIMExtends>
    <i0f84bba906045b4af568ee102a52dcb xmlns="be053b6a-b268-4d27-8486-3f9b50acef2a">
      <Terms xmlns="http://schemas.microsoft.com/office/infopath/2007/PartnerControls">
        <TermInfo xmlns="http://schemas.microsoft.com/office/infopath/2007/PartnerControls">
          <TermName xmlns="http://schemas.microsoft.com/office/infopath/2007/PartnerControls">10.4 HR documents</TermName>
          <TermId xmlns="http://schemas.microsoft.com/office/infopath/2007/PartnerControls">807fea78-6dce-42f6-8803-0e8ada51cf69</TermId>
        </TermInfo>
      </Terms>
    </i0f84bba906045b4af568ee102a52dcb>
    <RevIMEventDate xmlns="be053b6a-b268-4d27-8486-3f9b50acef2a" xsi:nil="true"/>
    <RevIMDocumentOwner xmlns="be053b6a-b268-4d27-8486-3f9b50acef2a">
      <UserInfo>
        <DisplayName/>
        <AccountId xsi:nil="true"/>
        <AccountType/>
      </UserInfo>
    </RevIMDocumentOwner>
    <TaxCatchAllLabel xmlns="be053b6a-b268-4d27-8486-3f9b50acef2a" xsi:nil="true"/>
    <RevIMDateOfModified2Creation xmlns="be053b6a-b268-4d27-8486-3f9b50acef2a" xsi:nil="true"/>
    <_ip_UnifiedCompliancePolicyUIAction xmlns="http://schemas.microsoft.com/sharepoint/v3" xsi:nil="true"/>
    <lcf76f155ced4ddcb4097134ff3c332f xmlns="1b01d6be-c9df-4457-b710-b7a49bc913b2">
      <Terms xmlns="http://schemas.microsoft.com/office/infopath/2007/PartnerControls"/>
    </lcf76f155ced4ddcb4097134ff3c332f>
    <_ip_UnifiedCompliancePolicyProperties xmlns="http://schemas.microsoft.com/sharepoint/v3" xsi:nil="true"/>
    <l9fd65a2710b46bc88e78aedcb4de185 xmlns="be053b6a-b268-4d27-8486-3f9b50acef2a">
      <Terms xmlns="http://schemas.microsoft.com/office/infopath/2007/PartnerControls"/>
    </l9fd65a2710b46bc88e78aedcb4de185>
    <Datum xmlns="1b01d6be-c9df-4457-b710-b7a49bc913b2" xsi:nil="true"/>
    <SharedWithUsers xmlns="be053b6a-b268-4d27-8486-3f9b50acef2a">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F013B7D7F76A5A42BF49D62899100E83" ma:contentTypeVersion="28" ma:contentTypeDescription="Ein neues Dokument erstellen." ma:contentTypeScope="" ma:versionID="d6b4fda5da223b2a6d845009021dc3b6">
  <xsd:schema xmlns:xsd="http://www.w3.org/2001/XMLSchema" xmlns:xs="http://www.w3.org/2001/XMLSchema" xmlns:p="http://schemas.microsoft.com/office/2006/metadata/properties" xmlns:ns1="http://schemas.microsoft.com/sharepoint/v3" xmlns:ns2="1b01d6be-c9df-4457-b710-b7a49bc913b2" xmlns:ns3="be053b6a-b268-4d27-8486-3f9b50acef2a" targetNamespace="http://schemas.microsoft.com/office/2006/metadata/properties" ma:root="true" ma:fieldsID="50bf89cfcdd1ffc02f93b127a97a3cd3" ns1:_="" ns2:_="" ns3:_="">
    <xsd:import namespace="http://schemas.microsoft.com/sharepoint/v3"/>
    <xsd:import namespace="1b01d6be-c9df-4457-b710-b7a49bc913b2"/>
    <xsd:import namespace="be053b6a-b268-4d27-8486-3f9b50acef2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l9fd65a2710b46bc88e78aedcb4de185" minOccurs="0"/>
                <xsd:element ref="ns3:TaxCatchAll" minOccurs="0"/>
                <xsd:element ref="ns3:TaxCatchAllLabel" minOccurs="0"/>
                <xsd:element ref="ns3:i0f84bba906045b4af568ee102a52dcb" minOccurs="0"/>
                <xsd:element ref="ns3:RevIMDeletionDate" minOccurs="0"/>
                <xsd:element ref="ns3:RevIMEventDate" minOccurs="0"/>
                <xsd:element ref="ns3:RevIMComments" minOccurs="0"/>
                <xsd:element ref="ns3:RevIMDocumentOwner" minOccurs="0"/>
                <xsd:element ref="ns3:RevIMExtends" minOccurs="0"/>
                <xsd:element ref="ns2:MediaServiceDateTaken" minOccurs="0"/>
                <xsd:element ref="ns2:MediaServiceOCR" minOccurs="0"/>
                <xsd:element ref="ns2:MediaLengthInSeconds" minOccurs="0"/>
                <xsd:element ref="ns3:SharedWithUsers" minOccurs="0"/>
                <xsd:element ref="ns3:SharedWithDetails" minOccurs="0"/>
                <xsd:element ref="ns2:lcf76f155ced4ddcb4097134ff3c332f" minOccurs="0"/>
                <xsd:element ref="ns2:MediaServiceObjectDetectorVersions" minOccurs="0"/>
                <xsd:element ref="ns2:MediaServiceSearchProperties" minOccurs="0"/>
                <xsd:element ref="ns2:MediaServiceLocation" minOccurs="0"/>
                <xsd:element ref="ns1:_ip_UnifiedCompliancePolicyProperties" minOccurs="0"/>
                <xsd:element ref="ns1:_ip_UnifiedCompliancePolicyUIAction" minOccurs="0"/>
                <xsd:element ref="ns2:MediaServiceBillingMetadata" minOccurs="0"/>
                <xsd:element ref="ns2:Datum" minOccurs="0"/>
                <xsd:element ref="ns3:RevIMDateOfModified2Creation" minOccurs="0"/>
                <xsd:element ref="ns3: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4" nillable="true" ma:displayName="Eigenschaften der einheitlichen Compliancerichtlinie" ma:hidden="true" ma:internalName="_ip_UnifiedCompliancePolicyProperties">
      <xsd:simpleType>
        <xsd:restriction base="dms:Note"/>
      </xsd:simpleType>
    </xsd:element>
    <xsd:element name="_ip_UnifiedCompliancePolicyUIAction" ma:index="3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01d6be-c9df-4457-b710-b7a49bc913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24" nillable="true" ma:displayName="MediaServiceDateTaken" ma:hidden="true" ma:internalName="MediaServiceDateTaken" ma:readOnly="true">
      <xsd:simpleType>
        <xsd:restriction base="dms:Text"/>
      </xsd:simpleType>
    </xsd:element>
    <xsd:element name="MediaServiceOCR" ma:index="25" nillable="true" ma:displayName="Extracted Text" ma:internalName="MediaServiceOCR" ma:readOnly="true">
      <xsd:simpleType>
        <xsd:restriction base="dms:Note">
          <xsd:maxLength value="255"/>
        </xsd:restriction>
      </xsd:simpleType>
    </xsd:element>
    <xsd:element name="MediaLengthInSeconds" ma:index="26" nillable="true" ma:displayName="MediaLengthInSeconds" ma:hidden="true" ma:internalName="MediaLengthInSeconds" ma:readOnly="true">
      <xsd:simpleType>
        <xsd:restriction base="dms:Unknown"/>
      </xsd:simpleType>
    </xsd:element>
    <xsd:element name="lcf76f155ced4ddcb4097134ff3c332f" ma:index="30" nillable="true" ma:taxonomy="true" ma:internalName="lcf76f155ced4ddcb4097134ff3c332f" ma:taxonomyFieldName="MediaServiceImageTags" ma:displayName="Bildmarkierungen"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Location" ma:index="33" nillable="true" ma:displayName="Location" ma:description="" ma:indexed="true" ma:internalName="MediaServiceLocation" ma:readOnly="true">
      <xsd:simpleType>
        <xsd:restriction base="dms:Text"/>
      </xsd:simpleType>
    </xsd:element>
    <xsd:element name="MediaServiceBillingMetadata" ma:index="36" nillable="true" ma:displayName="MediaServiceBillingMetadata" ma:hidden="true" ma:internalName="MediaServiceBillingMetadata" ma:readOnly="true">
      <xsd:simpleType>
        <xsd:restriction base="dms:Note"/>
      </xsd:simpleType>
    </xsd:element>
    <xsd:element name="Datum" ma:index="37" nillable="true" ma:displayName="Datum" ma:format="DateOnly" ma:internalName="Datum">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e053b6a-b268-4d27-8486-3f9b50acef2a" elementFormDefault="qualified">
    <xsd:import namespace="http://schemas.microsoft.com/office/2006/documentManagement/types"/>
    <xsd:import namespace="http://schemas.microsoft.com/office/infopath/2007/PartnerControls"/>
    <xsd:element name="l9fd65a2710b46bc88e78aedcb4de185" ma:index="13" nillable="true" ma:taxonomy="true" ma:internalName="l9fd65a2710b46bc88e78aedcb4de185" ma:taxonomyFieldName="LegalHoldTag" ma:displayName="LegalHold" ma:fieldId="{59fd65a2-710b-46bc-88e7-8aedcb4de185}"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14" nillable="true" ma:displayName="Taxonomy Catch All Column" ma:hidden="true" ma:list="{0d8a09d9-1881-46d9-b501-67e1daedb0f6}" ma:internalName="TaxCatchAll" ma:showField="CatchAllData" ma:web="be053b6a-b268-4d27-8486-3f9b50acef2a">
      <xsd:complexType>
        <xsd:complexContent>
          <xsd:extension base="dms:MultiChoiceLookup">
            <xsd:sequence>
              <xsd:element name="Value" type="dms:Lookup" maxOccurs="unbounded" minOccurs="0" nillable="true"/>
            </xsd:sequence>
          </xsd:extension>
        </xsd:complexContent>
      </xsd:complexType>
    </xsd:element>
    <xsd:element name="TaxCatchAllLabel" ma:index="15" nillable="true" ma:displayName="Taxonomy Catch All Column1" ma:hidden="true" ma:list="{0d8a09d9-1881-46d9-b501-67e1daedb0f6}" ma:internalName="TaxCatchAllLabel" ma:readOnly="true" ma:showField="CatchAllDataLabel" ma:web="be053b6a-b268-4d27-8486-3f9b50acef2a">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8" nillable="true" ma:taxonomy="true" ma:internalName="i0f84bba906045b4af568ee102a52dcb" ma:taxonomyFieldName="RevIMBCS" ma:displayName="CSD Class" ma:indexed="true" ma:readOnly="true" ma:default="1;#0.1 Initial category|0239cc7a-0c96-48a8-9e0e-a383e362571c"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9" nillable="true" ma:displayName="Deletion Date" ma:description="Deletion Date" ma:format="DateOnly" ma:internalName="RevIMDeletionDate" ma:readOnly="true">
      <xsd:simpleType>
        <xsd:restriction base="dms:DateTime"/>
      </xsd:simpleType>
    </xsd:element>
    <xsd:element name="RevIMEventDate" ma:index="20" nillable="true" ma:displayName="Event Date" ma:description="Event Date" ma:format="DateOnly" ma:internalName="RevIMEventDate" ma:readOnly="true">
      <xsd:simpleType>
        <xsd:restriction base="dms:DateTime"/>
      </xsd:simpleType>
    </xsd:element>
    <xsd:element name="RevIMComments" ma:index="21" nillable="true" ma:displayName="Event Comment" ma:internalName="RevIMComments" ma:readOnly="true">
      <xsd:simpleType>
        <xsd:restriction base="dms:Note">
          <xsd:maxLength value="255"/>
        </xsd:restriction>
      </xsd:simpleType>
    </xsd:element>
    <xsd:element name="RevIMDocumentOwner" ma:index="22"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23" nillable="true" ma:displayName="RevIMExtends" ma:hidden="true" ma:internalName="RevIMExtends" ma:readOnly="true">
      <xsd:simpleType>
        <xsd:restriction base="dms:Note"/>
      </xsd:simpleType>
    </xsd:element>
    <xsd:element name="SharedWithUsers" ma:index="2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8" nillable="true" ma:displayName="Freigegeben für - Details" ma:internalName="SharedWithDetails" ma:readOnly="true">
      <xsd:simpleType>
        <xsd:restriction base="dms:Note">
          <xsd:maxLength value="255"/>
        </xsd:restriction>
      </xsd:simpleType>
    </xsd:element>
    <xsd:element name="RevIMDateOfModified2Creation" ma:index="38"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39" nillable="true" ma:displayName="CSD Record Declaration Time" ma:description="CSD Record Declaration Time" ma:format="DateTime" ma:indexed="true" ma:internalName="RevIMDeclare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4A8D6D-5805-4D44-9511-1A1D72340DAB}">
  <ds:schemaRefs>
    <ds:schemaRef ds:uri="http://purl.org/dc/terms/"/>
    <ds:schemaRef ds:uri="http://schemas.microsoft.com/office/2006/documentManagement/types"/>
    <ds:schemaRef ds:uri="http://schemas.microsoft.com/office/infopath/2007/PartnerControls"/>
    <ds:schemaRef ds:uri="http://www.w3.org/XML/1998/namespace"/>
    <ds:schemaRef ds:uri="http://schemas.microsoft.com/office/2006/metadata/properties"/>
    <ds:schemaRef ds:uri="http://purl.org/dc/dcmitype/"/>
    <ds:schemaRef ds:uri="http://schemas.openxmlformats.org/package/2006/metadata/core-properties"/>
    <ds:schemaRef ds:uri="228cc2d5-814f-46e5-aa9e-7b0626f3d62d"/>
    <ds:schemaRef ds:uri="cc23db19-c80c-4b90-a693-fda85eb88490"/>
    <ds:schemaRef ds:uri="http://purl.org/dc/elements/1.1/"/>
    <ds:schemaRef ds:uri="be053b6a-b268-4d27-8486-3f9b50acef2a"/>
    <ds:schemaRef ds:uri="http://schemas.microsoft.com/sharepoint/v3"/>
    <ds:schemaRef ds:uri="1b01d6be-c9df-4457-b710-b7a49bc913b2"/>
  </ds:schemaRefs>
</ds:datastoreItem>
</file>

<file path=customXml/itemProps2.xml><?xml version="1.0" encoding="utf-8"?>
<ds:datastoreItem xmlns:ds="http://schemas.openxmlformats.org/officeDocument/2006/customXml" ds:itemID="{170A2E85-27BE-40A9-9413-9D30A0975A13}">
  <ds:schemaRefs>
    <ds:schemaRef ds:uri="http://schemas.microsoft.com/sharepoint/v3/contenttype/forms"/>
  </ds:schemaRefs>
</ds:datastoreItem>
</file>

<file path=customXml/itemProps3.xml><?xml version="1.0" encoding="utf-8"?>
<ds:datastoreItem xmlns:ds="http://schemas.openxmlformats.org/officeDocument/2006/customXml" ds:itemID="{BED695D3-E61D-4AF8-97DD-DA2A342D0A9B}"/>
</file>

<file path=docMetadata/LabelInfo.xml><?xml version="1.0" encoding="utf-8"?>
<clbl:labelList xmlns:clbl="http://schemas.microsoft.com/office/2020/mipLabelMetadata">
  <clbl:label id="{a6b84135-ab90-4b03-a415-784f8f15a7f1}" enabled="1" method="Privileged" siteId="{2882be50-2012-4d88-ac86-544124e120c8}" removed="0"/>
</clbl:labelList>
</file>

<file path=docProps/app.xml><?xml version="1.0" encoding="utf-8"?>
<Properties xmlns="http://schemas.openxmlformats.org/officeDocument/2006/extended-properties" xmlns:vt="http://schemas.openxmlformats.org/officeDocument/2006/docPropsVTypes">
  <Template>VWGroup_pptMaster_16zu9_Deutsch</Template>
  <TotalTime>0</TotalTime>
  <Words>1208</Words>
  <Application>Microsoft Office PowerPoint</Application>
  <PresentationFormat>Breitbild</PresentationFormat>
  <Paragraphs>319</Paragraphs>
  <Slides>12</Slides>
  <Notes>6</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12</vt:i4>
      </vt:variant>
    </vt:vector>
  </HeadingPairs>
  <TitlesOfParts>
    <vt:vector size="20" baseType="lpstr">
      <vt:lpstr>Arial</vt:lpstr>
      <vt:lpstr>Calibri</vt:lpstr>
      <vt:lpstr>Symbol</vt:lpstr>
      <vt:lpstr>VWAG TheSans</vt:lpstr>
      <vt:lpstr>VWAG TheSans Light</vt:lpstr>
      <vt:lpstr>Wingdings</vt:lpstr>
      <vt:lpstr>VWAG_Master_16zu9</vt:lpstr>
      <vt:lpstr>think-cell Folie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Volkswagen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ohne Bildmotiv in VWAG TheSans fett 26pt</dc:title>
  <dc:creator>Hausmann, Jonas Alexander (EXTERN: VWIF G-KO)</dc:creator>
  <cp:lastModifiedBy>Feller, Justine Anna (VWIF G-BS)</cp:lastModifiedBy>
  <cp:revision>91</cp:revision>
  <dcterms:created xsi:type="dcterms:W3CDTF">2021-06-30T06:55:31Z</dcterms:created>
  <dcterms:modified xsi:type="dcterms:W3CDTF">2026-10-15T08:02:41Z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axKeyword">
    <vt:lpwstr/>
  </property>
  <property fmtid="{D5CDD505-2E9C-101B-9397-08002B2CF9AE}" pid="3" name="MediaServiceImageTags">
    <vt:lpwstr/>
  </property>
  <property fmtid="{D5CDD505-2E9C-101B-9397-08002B2CF9AE}" pid="4" name="LegalHoldTag">
    <vt:lpwstr/>
  </property>
  <property fmtid="{D5CDD505-2E9C-101B-9397-08002B2CF9AE}" pid="5" name="MSIP_Label_b1c9b508-7c6e-42bd-bedf-808292653d6c_Enabled">
    <vt:lpwstr>true</vt:lpwstr>
  </property>
  <property fmtid="{D5CDD505-2E9C-101B-9397-08002B2CF9AE}" pid="6" name="MSIP_Label_b1c9b508-7c6e-42bd-bedf-808292653d6c_SetDate">
    <vt:lpwstr>2023-06-01T06:09:21Z</vt:lpwstr>
  </property>
  <property fmtid="{D5CDD505-2E9C-101B-9397-08002B2CF9AE}" pid="7" name="MSIP_Label_b1c9b508-7c6e-42bd-bedf-808292653d6c_Method">
    <vt:lpwstr>Standard</vt:lpwstr>
  </property>
  <property fmtid="{D5CDD505-2E9C-101B-9397-08002B2CF9AE}" pid="8" name="MSIP_Label_b1c9b508-7c6e-42bd-bedf-808292653d6c_Name">
    <vt:lpwstr>b1c9b508-7c6e-42bd-bedf-808292653d6c</vt:lpwstr>
  </property>
  <property fmtid="{D5CDD505-2E9C-101B-9397-08002B2CF9AE}" pid="9" name="MSIP_Label_b1c9b508-7c6e-42bd-bedf-808292653d6c_SiteId">
    <vt:lpwstr>2882be50-2012-4d88-ac86-544124e120c8</vt:lpwstr>
  </property>
  <property fmtid="{D5CDD505-2E9C-101B-9397-08002B2CF9AE}" pid="10" name="MSIP_Label_b1c9b508-7c6e-42bd-bedf-808292653d6c_ActionId">
    <vt:lpwstr>46a49da3-5a16-4121-a805-0d68be73cc28</vt:lpwstr>
  </property>
  <property fmtid="{D5CDD505-2E9C-101B-9397-08002B2CF9AE}" pid="11" name="MSIP_Label_b1c9b508-7c6e-42bd-bedf-808292653d6c_ContentBits">
    <vt:lpwstr>3</vt:lpwstr>
  </property>
  <property fmtid="{D5CDD505-2E9C-101B-9397-08002B2CF9AE}" pid="12" name="RevIMBCS">
    <vt:lpwstr>11;#10.4 HR documents|807fea78-6dce-42f6-8803-0e8ada51cf69</vt:lpwstr>
  </property>
  <property fmtid="{D5CDD505-2E9C-101B-9397-08002B2CF9AE}" pid="13" name="ComplianceAssetId">
    <vt:lpwstr/>
  </property>
  <property fmtid="{D5CDD505-2E9C-101B-9397-08002B2CF9AE}" pid="14" name="TriggerFlowInfo">
    <vt:lpwstr/>
  </property>
  <property fmtid="{D5CDD505-2E9C-101B-9397-08002B2CF9AE}" pid="15" name="_ExtendedDescription">
    <vt:lpwstr/>
  </property>
  <property fmtid="{D5CDD505-2E9C-101B-9397-08002B2CF9AE}" pid="16" name="ContentTypeId">
    <vt:lpwstr>0x010100F013B7D7F76A5A42BF49D62899100E83</vt:lpwstr>
  </property>
</Properties>
</file>